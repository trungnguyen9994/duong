
<file path=[Content_Types].xml><?xml version="1.0" encoding="utf-8"?>
<Types xmlns="http://schemas.openxmlformats.org/package/2006/content-types">
  <Default Extension="mp3" ContentType="audio/unknown"/>
  <Default Extension="png" ContentType="image/png"/>
  <Default Extension="jpeg" ContentType="image/jpeg"/>
  <Default Extension="rels" ContentType="application/vnd.openxmlformats-package.relationships+xml"/>
  <Default Extension="xml" ContentType="application/xml"/>
  <Default Extension="wav" ContentType="audio/x-wav"/>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6" r:id="rId3"/>
    <p:sldId id="258" r:id="rId4"/>
    <p:sldId id="259" r:id="rId5"/>
    <p:sldId id="260" r:id="rId6"/>
    <p:sldId id="261" r:id="rId7"/>
    <p:sldId id="262" r:id="rId8"/>
    <p:sldId id="263" r:id="rId9"/>
    <p:sldId id="264" r:id="rId10"/>
    <p:sldId id="266" r:id="rId11"/>
    <p:sldId id="267" r:id="rId12"/>
    <p:sldId id="268" r:id="rId13"/>
    <p:sldId id="265" r:id="rId14"/>
  </p:sldIdLst>
  <p:sldSz cx="12161838"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231" autoAdjust="0"/>
  </p:normalViewPr>
  <p:slideViewPr>
    <p:cSldViewPr>
      <p:cViewPr>
        <p:scale>
          <a:sx n="50" d="100"/>
          <a:sy n="50" d="100"/>
        </p:scale>
        <p:origin x="-1482" y="-432"/>
      </p:cViewPr>
      <p:guideLst>
        <p:guide orient="horz" pos="2160"/>
        <p:guide pos="383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AFC638-147A-4993-961F-64D01857C39C}" type="datetimeFigureOut">
              <a:rPr lang="en-US" smtClean="0"/>
              <a:t>9/21/2021</a:t>
            </a:fld>
            <a:endParaRPr lang="en-US"/>
          </a:p>
        </p:txBody>
      </p:sp>
      <p:sp>
        <p:nvSpPr>
          <p:cNvPr id="4" name="Slide Image Placeholder 3"/>
          <p:cNvSpPr>
            <a:spLocks noGrp="1" noRot="1" noChangeAspect="1"/>
          </p:cNvSpPr>
          <p:nvPr>
            <p:ph type="sldImg" idx="2"/>
          </p:nvPr>
        </p:nvSpPr>
        <p:spPr>
          <a:xfrm>
            <a:off x="388938" y="685800"/>
            <a:ext cx="60801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6387AE-AB37-47EF-B868-11125CF1B1D8}" type="slidenum">
              <a:rPr lang="en-US" smtClean="0"/>
              <a:t>‹#›</a:t>
            </a:fld>
            <a:endParaRPr lang="en-US"/>
          </a:p>
        </p:txBody>
      </p:sp>
    </p:spTree>
    <p:extLst>
      <p:ext uri="{BB962C8B-B14F-4D97-AF65-F5344CB8AC3E}">
        <p14:creationId xmlns:p14="http://schemas.microsoft.com/office/powerpoint/2010/main" val="941202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Dẫn</a:t>
            </a:r>
            <a:r>
              <a:rPr lang="en-US" baseline="0" smtClean="0"/>
              <a:t> dắt: Có một cơn bão đổ vào một vùng biển. Nó mang theo những con gió rất to, Những chiếc thuyền đang gặp nguy hiểm, dễ bị lật và những ng trên thuyền đang gặp nguy hiểm. CHúng ta hay cùng giúp những con thuyền vào bờ an toàn nhé!</a:t>
            </a:r>
            <a:endParaRPr lang="en-US"/>
          </a:p>
        </p:txBody>
      </p:sp>
      <p:sp>
        <p:nvSpPr>
          <p:cNvPr id="4" name="Slide Number Placeholder 3"/>
          <p:cNvSpPr>
            <a:spLocks noGrp="1"/>
          </p:cNvSpPr>
          <p:nvPr>
            <p:ph type="sldNum" sz="quarter" idx="10"/>
          </p:nvPr>
        </p:nvSpPr>
        <p:spPr/>
        <p:txBody>
          <a:bodyPr/>
          <a:lstStyle/>
          <a:p>
            <a:fld id="{5D6387AE-AB37-47EF-B868-11125CF1B1D8}" type="slidenum">
              <a:rPr lang="en-US" smtClean="0"/>
              <a:t>2</a:t>
            </a:fld>
            <a:endParaRPr lang="en-US"/>
          </a:p>
        </p:txBody>
      </p:sp>
    </p:spTree>
    <p:extLst>
      <p:ext uri="{BB962C8B-B14F-4D97-AF65-F5344CB8AC3E}">
        <p14:creationId xmlns:p14="http://schemas.microsoft.com/office/powerpoint/2010/main" val="2022597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Click vào</a:t>
            </a:r>
            <a:r>
              <a:rPr lang="en-US" baseline="0" smtClean="0"/>
              <a:t> thuyền để tới câu hỏi</a:t>
            </a:r>
          </a:p>
          <a:p>
            <a:r>
              <a:rPr lang="en-US" baseline="0" smtClean="0"/>
              <a:t>Tại slide câu hỏi, click vào thuyển để quay về</a:t>
            </a:r>
          </a:p>
          <a:p>
            <a:r>
              <a:rPr lang="en-US" baseline="0" smtClean="0"/>
              <a:t>Khi chơi xong, click vào mũi tên để tới câu hỏi</a:t>
            </a:r>
            <a:endParaRPr lang="en-US"/>
          </a:p>
        </p:txBody>
      </p:sp>
      <p:sp>
        <p:nvSpPr>
          <p:cNvPr id="4" name="Slide Number Placeholder 3"/>
          <p:cNvSpPr>
            <a:spLocks noGrp="1"/>
          </p:cNvSpPr>
          <p:nvPr>
            <p:ph type="sldNum" sz="quarter" idx="10"/>
          </p:nvPr>
        </p:nvSpPr>
        <p:spPr/>
        <p:txBody>
          <a:bodyPr/>
          <a:lstStyle/>
          <a:p>
            <a:fld id="{5D6387AE-AB37-47EF-B868-11125CF1B1D8}" type="slidenum">
              <a:rPr lang="en-US" smtClean="0"/>
              <a:t>3</a:t>
            </a:fld>
            <a:endParaRPr lang="en-US"/>
          </a:p>
        </p:txBody>
      </p:sp>
    </p:spTree>
    <p:extLst>
      <p:ext uri="{BB962C8B-B14F-4D97-AF65-F5344CB8AC3E}">
        <p14:creationId xmlns:p14="http://schemas.microsoft.com/office/powerpoint/2010/main" val="2022597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387AE-AB37-47EF-B868-11125CF1B1D8}" type="slidenum">
              <a:rPr lang="en-US" smtClean="0"/>
              <a:t>4</a:t>
            </a:fld>
            <a:endParaRPr lang="en-US"/>
          </a:p>
        </p:txBody>
      </p:sp>
    </p:spTree>
    <p:extLst>
      <p:ext uri="{BB962C8B-B14F-4D97-AF65-F5344CB8AC3E}">
        <p14:creationId xmlns:p14="http://schemas.microsoft.com/office/powerpoint/2010/main" val="2022597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387AE-AB37-47EF-B868-11125CF1B1D8}" type="slidenum">
              <a:rPr lang="en-US" smtClean="0"/>
              <a:t>5</a:t>
            </a:fld>
            <a:endParaRPr lang="en-US"/>
          </a:p>
        </p:txBody>
      </p:sp>
    </p:spTree>
    <p:extLst>
      <p:ext uri="{BB962C8B-B14F-4D97-AF65-F5344CB8AC3E}">
        <p14:creationId xmlns:p14="http://schemas.microsoft.com/office/powerpoint/2010/main" val="20225972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387AE-AB37-47EF-B868-11125CF1B1D8}" type="slidenum">
              <a:rPr lang="en-US" smtClean="0"/>
              <a:t>6</a:t>
            </a:fld>
            <a:endParaRPr lang="en-US"/>
          </a:p>
        </p:txBody>
      </p:sp>
    </p:spTree>
    <p:extLst>
      <p:ext uri="{BB962C8B-B14F-4D97-AF65-F5344CB8AC3E}">
        <p14:creationId xmlns:p14="http://schemas.microsoft.com/office/powerpoint/2010/main" val="2022597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387AE-AB37-47EF-B868-11125CF1B1D8}" type="slidenum">
              <a:rPr lang="en-US" smtClean="0"/>
              <a:t>7</a:t>
            </a:fld>
            <a:endParaRPr lang="en-US"/>
          </a:p>
        </p:txBody>
      </p:sp>
    </p:spTree>
    <p:extLst>
      <p:ext uri="{BB962C8B-B14F-4D97-AF65-F5344CB8AC3E}">
        <p14:creationId xmlns:p14="http://schemas.microsoft.com/office/powerpoint/2010/main" val="20225972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6387AE-AB37-47EF-B868-11125CF1B1D8}" type="slidenum">
              <a:rPr lang="en-US" smtClean="0"/>
              <a:t>8</a:t>
            </a:fld>
            <a:endParaRPr lang="en-US"/>
          </a:p>
        </p:txBody>
      </p:sp>
    </p:spTree>
    <p:extLst>
      <p:ext uri="{BB962C8B-B14F-4D97-AF65-F5344CB8AC3E}">
        <p14:creationId xmlns:p14="http://schemas.microsoft.com/office/powerpoint/2010/main" val="20225972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2138" y="2130426"/>
            <a:ext cx="10337562"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4276" y="3886200"/>
            <a:ext cx="8513287"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3C3EED-3624-4FC9-8F19-5B8570DD8B3B}" type="datetimeFigureOut">
              <a:rPr lang="en-US" smtClean="0"/>
              <a:t>9/21/2021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0C1DEC-A061-4A04-A135-6473A8358208}" type="slidenum">
              <a:rPr lang="en-US" smtClean="0"/>
              <a:t>‹#›</a:t>
            </a:fld>
            <a:endParaRPr lang="en-US"/>
          </a:p>
        </p:txBody>
      </p:sp>
    </p:spTree>
    <p:extLst>
      <p:ext uri="{BB962C8B-B14F-4D97-AF65-F5344CB8AC3E}">
        <p14:creationId xmlns:p14="http://schemas.microsoft.com/office/powerpoint/2010/main" val="2986347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3C3EED-3624-4FC9-8F19-5B8570DD8B3B}" type="datetimeFigureOut">
              <a:rPr lang="en-US" smtClean="0"/>
              <a:t>9/21/2021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0C1DEC-A061-4A04-A135-6473A8358208}" type="slidenum">
              <a:rPr lang="en-US" smtClean="0"/>
              <a:t>‹#›</a:t>
            </a:fld>
            <a:endParaRPr lang="en-US"/>
          </a:p>
        </p:txBody>
      </p:sp>
    </p:spTree>
    <p:extLst>
      <p:ext uri="{BB962C8B-B14F-4D97-AF65-F5344CB8AC3E}">
        <p14:creationId xmlns:p14="http://schemas.microsoft.com/office/powerpoint/2010/main" val="939514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0702" y="4406901"/>
            <a:ext cx="10337562"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0702" y="2906713"/>
            <a:ext cx="1033756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3C3EED-3624-4FC9-8F19-5B8570DD8B3B}" type="datetimeFigureOut">
              <a:rPr lang="en-US" smtClean="0"/>
              <a:t>9/21/2021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0C1DEC-A061-4A04-A135-6473A8358208}" type="slidenum">
              <a:rPr lang="en-US" smtClean="0"/>
              <a:t>‹#›</a:t>
            </a:fld>
            <a:endParaRPr lang="en-US"/>
          </a:p>
        </p:txBody>
      </p:sp>
    </p:spTree>
    <p:extLst>
      <p:ext uri="{BB962C8B-B14F-4D97-AF65-F5344CB8AC3E}">
        <p14:creationId xmlns:p14="http://schemas.microsoft.com/office/powerpoint/2010/main" val="3701085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08678" y="1600201"/>
            <a:ext cx="7176751"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8188126" y="1600201"/>
            <a:ext cx="717886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23C3EED-3624-4FC9-8F19-5B8570DD8B3B}" type="datetimeFigureOut">
              <a:rPr lang="en-US" smtClean="0"/>
              <a:t>9/21/2021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0C1DEC-A061-4A04-A135-6473A8358208}" type="slidenum">
              <a:rPr lang="en-US" smtClean="0"/>
              <a:t>‹#›</a:t>
            </a:fld>
            <a:endParaRPr lang="en-US"/>
          </a:p>
        </p:txBody>
      </p:sp>
    </p:spTree>
    <p:extLst>
      <p:ext uri="{BB962C8B-B14F-4D97-AF65-F5344CB8AC3E}">
        <p14:creationId xmlns:p14="http://schemas.microsoft.com/office/powerpoint/2010/main" val="3921622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8092" y="274638"/>
            <a:ext cx="10945654"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8092" y="1535113"/>
            <a:ext cx="537359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8092" y="2174875"/>
            <a:ext cx="537359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8046" y="1535113"/>
            <a:ext cx="537570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8046" y="2174875"/>
            <a:ext cx="537570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23C3EED-3624-4FC9-8F19-5B8570DD8B3B}" type="datetimeFigureOut">
              <a:rPr lang="en-US" smtClean="0"/>
              <a:t>9/21/2021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0C1DEC-A061-4A04-A135-6473A8358208}" type="slidenum">
              <a:rPr lang="en-US" smtClean="0"/>
              <a:t>‹#›</a:t>
            </a:fld>
            <a:endParaRPr lang="en-US"/>
          </a:p>
        </p:txBody>
      </p:sp>
    </p:spTree>
    <p:extLst>
      <p:ext uri="{BB962C8B-B14F-4D97-AF65-F5344CB8AC3E}">
        <p14:creationId xmlns:p14="http://schemas.microsoft.com/office/powerpoint/2010/main" val="135223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23C3EED-3624-4FC9-8F19-5B8570DD8B3B}" type="datetimeFigureOut">
              <a:rPr lang="en-US" smtClean="0"/>
              <a:t>9/21/2021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20C1DEC-A061-4A04-A135-6473A8358208}" type="slidenum">
              <a:rPr lang="en-US" smtClean="0"/>
              <a:t>‹#›</a:t>
            </a:fld>
            <a:endParaRPr lang="en-US"/>
          </a:p>
        </p:txBody>
      </p:sp>
    </p:spTree>
    <p:extLst>
      <p:ext uri="{BB962C8B-B14F-4D97-AF65-F5344CB8AC3E}">
        <p14:creationId xmlns:p14="http://schemas.microsoft.com/office/powerpoint/2010/main" val="1465786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3C3EED-3624-4FC9-8F19-5B8570DD8B3B}" type="datetimeFigureOut">
              <a:rPr lang="en-US" smtClean="0"/>
              <a:t>9/21/2021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20C1DEC-A061-4A04-A135-6473A8358208}" type="slidenum">
              <a:rPr lang="en-US" smtClean="0"/>
              <a:t>‹#›</a:t>
            </a:fld>
            <a:endParaRPr lang="en-US"/>
          </a:p>
        </p:txBody>
      </p:sp>
    </p:spTree>
    <p:extLst>
      <p:ext uri="{BB962C8B-B14F-4D97-AF65-F5344CB8AC3E}">
        <p14:creationId xmlns:p14="http://schemas.microsoft.com/office/powerpoint/2010/main" val="3167989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8093" y="273050"/>
            <a:ext cx="4001161"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54941" y="273051"/>
            <a:ext cx="679880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8093" y="1435101"/>
            <a:ext cx="4001161"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3C3EED-3624-4FC9-8F19-5B8570DD8B3B}" type="datetimeFigureOut">
              <a:rPr lang="en-US" smtClean="0"/>
              <a:t>9/21/2021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0C1DEC-A061-4A04-A135-6473A8358208}" type="slidenum">
              <a:rPr lang="en-US" smtClean="0"/>
              <a:t>‹#›</a:t>
            </a:fld>
            <a:endParaRPr lang="en-US"/>
          </a:p>
        </p:txBody>
      </p:sp>
    </p:spTree>
    <p:extLst>
      <p:ext uri="{BB962C8B-B14F-4D97-AF65-F5344CB8AC3E}">
        <p14:creationId xmlns:p14="http://schemas.microsoft.com/office/powerpoint/2010/main" val="681271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3805" y="4800600"/>
            <a:ext cx="7297103"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3805" y="612775"/>
            <a:ext cx="7297103"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3805" y="5367338"/>
            <a:ext cx="7297103"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3C3EED-3624-4FC9-8F19-5B8570DD8B3B}" type="datetimeFigureOut">
              <a:rPr lang="en-US" smtClean="0"/>
              <a:t>9/21/2021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0C1DEC-A061-4A04-A135-6473A8358208}" type="slidenum">
              <a:rPr lang="en-US" smtClean="0"/>
              <a:t>‹#›</a:t>
            </a:fld>
            <a:endParaRPr lang="en-US"/>
          </a:p>
        </p:txBody>
      </p:sp>
    </p:spTree>
    <p:extLst>
      <p:ext uri="{BB962C8B-B14F-4D97-AF65-F5344CB8AC3E}">
        <p14:creationId xmlns:p14="http://schemas.microsoft.com/office/powerpoint/2010/main" val="1065050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3C3EED-3624-4FC9-8F19-5B8570DD8B3B}" type="datetimeFigureOut">
              <a:rPr lang="en-US" smtClean="0"/>
              <a:t>9/21/2021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0C1DEC-A061-4A04-A135-6473A8358208}" type="slidenum">
              <a:rPr lang="en-US" smtClean="0"/>
              <a:t>‹#›</a:t>
            </a:fld>
            <a:endParaRPr lang="en-US"/>
          </a:p>
        </p:txBody>
      </p:sp>
    </p:spTree>
    <p:extLst>
      <p:ext uri="{BB962C8B-B14F-4D97-AF65-F5344CB8AC3E}">
        <p14:creationId xmlns:p14="http://schemas.microsoft.com/office/powerpoint/2010/main" val="1473367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28995" y="274639"/>
            <a:ext cx="3637994"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08678" y="274639"/>
            <a:ext cx="1071762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3C3EED-3624-4FC9-8F19-5B8570DD8B3B}" type="datetimeFigureOut">
              <a:rPr lang="en-US" smtClean="0"/>
              <a:t>9/21/2021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0C1DEC-A061-4A04-A135-6473A8358208}" type="slidenum">
              <a:rPr lang="en-US" smtClean="0"/>
              <a:t>‹#›</a:t>
            </a:fld>
            <a:endParaRPr lang="en-US"/>
          </a:p>
        </p:txBody>
      </p:sp>
    </p:spTree>
    <p:extLst>
      <p:ext uri="{BB962C8B-B14F-4D97-AF65-F5344CB8AC3E}">
        <p14:creationId xmlns:p14="http://schemas.microsoft.com/office/powerpoint/2010/main" val="2098544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8092" y="274638"/>
            <a:ext cx="10945654"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8092" y="1600201"/>
            <a:ext cx="10945654"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8092" y="6356351"/>
            <a:ext cx="2837762"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3C3EED-3624-4FC9-8F19-5B8570DD8B3B}" type="datetimeFigureOut">
              <a:rPr lang="en-US" smtClean="0"/>
              <a:t>9/21/2021</a:t>
            </a:fld>
            <a:endParaRPr lang="en-US"/>
          </a:p>
        </p:txBody>
      </p:sp>
      <p:sp>
        <p:nvSpPr>
          <p:cNvPr id="5" name="Footer Placeholder 4"/>
          <p:cNvSpPr>
            <a:spLocks noGrp="1"/>
          </p:cNvSpPr>
          <p:nvPr>
            <p:ph type="ftr" sz="quarter" idx="3"/>
          </p:nvPr>
        </p:nvSpPr>
        <p:spPr>
          <a:xfrm>
            <a:off x="4155295" y="6356351"/>
            <a:ext cx="385124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15984" y="6356351"/>
            <a:ext cx="283776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0C1DEC-A061-4A04-A135-6473A8358208}" type="slidenum">
              <a:rPr lang="en-US" smtClean="0"/>
              <a:t>‹#›</a:t>
            </a:fld>
            <a:endParaRPr lang="en-US"/>
          </a:p>
        </p:txBody>
      </p:sp>
    </p:spTree>
    <p:extLst>
      <p:ext uri="{BB962C8B-B14F-4D97-AF65-F5344CB8AC3E}">
        <p14:creationId xmlns:p14="http://schemas.microsoft.com/office/powerpoint/2010/main" val="2583977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2.gif"/><Relationship Id="rId13" Type="http://schemas.openxmlformats.org/officeDocument/2006/relationships/image" Target="../media/image6.png"/><Relationship Id="rId18" Type="http://schemas.openxmlformats.org/officeDocument/2006/relationships/image" Target="../media/image10.png"/><Relationship Id="rId3" Type="http://schemas.microsoft.com/office/2007/relationships/media" Target="../media/media2.mp3"/><Relationship Id="rId7" Type="http://schemas.openxmlformats.org/officeDocument/2006/relationships/image" Target="../media/image1.gif"/><Relationship Id="rId12" Type="http://schemas.microsoft.com/office/2007/relationships/hdphoto" Target="../media/hdphoto1.wdp"/><Relationship Id="rId17" Type="http://schemas.openxmlformats.org/officeDocument/2006/relationships/slide" Target="slide3.xml"/><Relationship Id="rId2" Type="http://schemas.openxmlformats.org/officeDocument/2006/relationships/audio" Target="../media/media1.mp3"/><Relationship Id="rId16" Type="http://schemas.openxmlformats.org/officeDocument/2006/relationships/image" Target="../media/image9.png"/><Relationship Id="rId1" Type="http://schemas.microsoft.com/office/2007/relationships/media" Target="../media/media1.mp3"/><Relationship Id="rId6" Type="http://schemas.openxmlformats.org/officeDocument/2006/relationships/notesSlide" Target="../notesSlides/notesSlide1.xml"/><Relationship Id="rId11" Type="http://schemas.openxmlformats.org/officeDocument/2006/relationships/image" Target="../media/image5.png"/><Relationship Id="rId5" Type="http://schemas.openxmlformats.org/officeDocument/2006/relationships/slideLayout" Target="../slideLayouts/slideLayout7.xml"/><Relationship Id="rId15" Type="http://schemas.openxmlformats.org/officeDocument/2006/relationships/image" Target="../media/image8.png"/><Relationship Id="rId10" Type="http://schemas.openxmlformats.org/officeDocument/2006/relationships/image" Target="../media/image4.png"/><Relationship Id="rId4" Type="http://schemas.openxmlformats.org/officeDocument/2006/relationships/audio" Target="../media/media2.mp3"/><Relationship Id="rId9" Type="http://schemas.openxmlformats.org/officeDocument/2006/relationships/image" Target="../media/image3.gif"/><Relationship Id="rId1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3.gif"/><Relationship Id="rId13" Type="http://schemas.microsoft.com/office/2007/relationships/hdphoto" Target="../media/hdphoto1.wdp"/><Relationship Id="rId18" Type="http://schemas.openxmlformats.org/officeDocument/2006/relationships/slide" Target="slide7.xml"/><Relationship Id="rId3" Type="http://schemas.microsoft.com/office/2007/relationships/media" Target="../media/media2.mp3"/><Relationship Id="rId21" Type="http://schemas.openxmlformats.org/officeDocument/2006/relationships/slide" Target="slide9.xml"/><Relationship Id="rId7" Type="http://schemas.openxmlformats.org/officeDocument/2006/relationships/image" Target="../media/image1.gif"/><Relationship Id="rId12" Type="http://schemas.openxmlformats.org/officeDocument/2006/relationships/image" Target="../media/image5.png"/><Relationship Id="rId17" Type="http://schemas.openxmlformats.org/officeDocument/2006/relationships/image" Target="../media/image7.png"/><Relationship Id="rId2" Type="http://schemas.openxmlformats.org/officeDocument/2006/relationships/audio" Target="../media/media1.mp3"/><Relationship Id="rId16" Type="http://schemas.openxmlformats.org/officeDocument/2006/relationships/slide" Target="slide4.xml"/><Relationship Id="rId20" Type="http://schemas.openxmlformats.org/officeDocument/2006/relationships/image" Target="../media/image9.png"/><Relationship Id="rId1" Type="http://schemas.microsoft.com/office/2007/relationships/media" Target="../media/media1.mp3"/><Relationship Id="rId6" Type="http://schemas.openxmlformats.org/officeDocument/2006/relationships/notesSlide" Target="../notesSlides/notesSlide2.xml"/><Relationship Id="rId11" Type="http://schemas.openxmlformats.org/officeDocument/2006/relationships/slide" Target="slide8.xml"/><Relationship Id="rId5" Type="http://schemas.openxmlformats.org/officeDocument/2006/relationships/slideLayout" Target="../slideLayouts/slideLayout7.xml"/><Relationship Id="rId15" Type="http://schemas.openxmlformats.org/officeDocument/2006/relationships/image" Target="../media/image6.png"/><Relationship Id="rId23" Type="http://schemas.openxmlformats.org/officeDocument/2006/relationships/image" Target="../media/image2.gif"/><Relationship Id="rId10" Type="http://schemas.openxmlformats.org/officeDocument/2006/relationships/image" Target="../media/image4.png"/><Relationship Id="rId19" Type="http://schemas.openxmlformats.org/officeDocument/2006/relationships/image" Target="../media/image8.png"/><Relationship Id="rId4" Type="http://schemas.openxmlformats.org/officeDocument/2006/relationships/audio" Target="../media/media2.mp3"/><Relationship Id="rId9" Type="http://schemas.openxmlformats.org/officeDocument/2006/relationships/slide" Target="slide6.xml"/><Relationship Id="rId14" Type="http://schemas.openxmlformats.org/officeDocument/2006/relationships/slide" Target="slide5.xml"/><Relationship Id="rId22"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9.png"/><Relationship Id="rId3" Type="http://schemas.openxmlformats.org/officeDocument/2006/relationships/slideLayout" Target="../slideLayouts/slideLayout7.xml"/><Relationship Id="rId7" Type="http://schemas.openxmlformats.org/officeDocument/2006/relationships/audio" Target="../media/audio3.wav"/><Relationship Id="rId12" Type="http://schemas.openxmlformats.org/officeDocument/2006/relationships/image" Target="../media/image7.png"/><Relationship Id="rId2" Type="http://schemas.openxmlformats.org/officeDocument/2006/relationships/audio" Target="../media/media1.mp3"/><Relationship Id="rId16" Type="http://schemas.openxmlformats.org/officeDocument/2006/relationships/image" Target="../media/image16.png"/><Relationship Id="rId1" Type="http://schemas.microsoft.com/office/2007/relationships/media" Target="../media/media1.mp3"/><Relationship Id="rId6" Type="http://schemas.openxmlformats.org/officeDocument/2006/relationships/audio" Target="../media/audio2.wav"/><Relationship Id="rId11" Type="http://schemas.openxmlformats.org/officeDocument/2006/relationships/slide" Target="slide3.xml"/><Relationship Id="rId5" Type="http://schemas.openxmlformats.org/officeDocument/2006/relationships/audio" Target="../media/audio1.wav"/><Relationship Id="rId15" Type="http://schemas.openxmlformats.org/officeDocument/2006/relationships/image" Target="../media/image15.png"/><Relationship Id="rId10" Type="http://schemas.openxmlformats.org/officeDocument/2006/relationships/image" Target="../media/image3.gif"/><Relationship Id="rId4" Type="http://schemas.openxmlformats.org/officeDocument/2006/relationships/notesSlide" Target="../notesSlides/notesSlide3.xml"/><Relationship Id="rId9" Type="http://schemas.openxmlformats.org/officeDocument/2006/relationships/image" Target="../media/image13.png"/><Relationship Id="rId1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slide" Target="slide3.xml"/><Relationship Id="rId3" Type="http://schemas.openxmlformats.org/officeDocument/2006/relationships/slideLayout" Target="../slideLayouts/slideLayout7.xml"/><Relationship Id="rId7" Type="http://schemas.openxmlformats.org/officeDocument/2006/relationships/audio" Target="../media/audio3.wav"/><Relationship Id="rId12" Type="http://schemas.openxmlformats.org/officeDocument/2006/relationships/image" Target="../media/image14.png"/><Relationship Id="rId2" Type="http://schemas.openxmlformats.org/officeDocument/2006/relationships/audio" Target="../media/media1.mp3"/><Relationship Id="rId16" Type="http://schemas.openxmlformats.org/officeDocument/2006/relationships/image" Target="../media/image16.png"/><Relationship Id="rId1" Type="http://schemas.microsoft.com/office/2007/relationships/media" Target="../media/media1.mp3"/><Relationship Id="rId6" Type="http://schemas.openxmlformats.org/officeDocument/2006/relationships/audio" Target="../media/audio2.wav"/><Relationship Id="rId11" Type="http://schemas.openxmlformats.org/officeDocument/2006/relationships/image" Target="../media/image9.png"/><Relationship Id="rId5" Type="http://schemas.openxmlformats.org/officeDocument/2006/relationships/audio" Target="../media/audio1.wav"/><Relationship Id="rId15" Type="http://schemas.openxmlformats.org/officeDocument/2006/relationships/image" Target="../media/image15.png"/><Relationship Id="rId10" Type="http://schemas.openxmlformats.org/officeDocument/2006/relationships/image" Target="../media/image3.gif"/><Relationship Id="rId4" Type="http://schemas.openxmlformats.org/officeDocument/2006/relationships/notesSlide" Target="../notesSlides/notesSlide4.xml"/><Relationship Id="rId9" Type="http://schemas.openxmlformats.org/officeDocument/2006/relationships/image" Target="../media/image13.png"/><Relationship Id="rId14"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slide" Target="slide3.xml"/><Relationship Id="rId3" Type="http://schemas.openxmlformats.org/officeDocument/2006/relationships/slideLayout" Target="../slideLayouts/slideLayout7.xml"/><Relationship Id="rId7" Type="http://schemas.openxmlformats.org/officeDocument/2006/relationships/audio" Target="../media/audio3.wav"/><Relationship Id="rId12" Type="http://schemas.openxmlformats.org/officeDocument/2006/relationships/image" Target="../media/image14.png"/><Relationship Id="rId2" Type="http://schemas.openxmlformats.org/officeDocument/2006/relationships/audio" Target="../media/media1.mp3"/><Relationship Id="rId16" Type="http://schemas.openxmlformats.org/officeDocument/2006/relationships/image" Target="../media/image16.png"/><Relationship Id="rId1" Type="http://schemas.microsoft.com/office/2007/relationships/media" Target="../media/media1.mp3"/><Relationship Id="rId6" Type="http://schemas.openxmlformats.org/officeDocument/2006/relationships/audio" Target="../media/audio2.wav"/><Relationship Id="rId11" Type="http://schemas.openxmlformats.org/officeDocument/2006/relationships/image" Target="../media/image9.png"/><Relationship Id="rId5" Type="http://schemas.openxmlformats.org/officeDocument/2006/relationships/audio" Target="../media/audio1.wav"/><Relationship Id="rId15" Type="http://schemas.openxmlformats.org/officeDocument/2006/relationships/image" Target="../media/image15.png"/><Relationship Id="rId10" Type="http://schemas.openxmlformats.org/officeDocument/2006/relationships/image" Target="../media/image3.gif"/><Relationship Id="rId4" Type="http://schemas.openxmlformats.org/officeDocument/2006/relationships/notesSlide" Target="../notesSlides/notesSlide5.xml"/><Relationship Id="rId9" Type="http://schemas.openxmlformats.org/officeDocument/2006/relationships/image" Target="../media/image13.png"/><Relationship Id="rId1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slide" Target="slide3.xml"/><Relationship Id="rId3" Type="http://schemas.openxmlformats.org/officeDocument/2006/relationships/slideLayout" Target="../slideLayouts/slideLayout7.xml"/><Relationship Id="rId7" Type="http://schemas.openxmlformats.org/officeDocument/2006/relationships/audio" Target="../media/audio3.wav"/><Relationship Id="rId12" Type="http://schemas.openxmlformats.org/officeDocument/2006/relationships/image" Target="../media/image14.png"/><Relationship Id="rId2" Type="http://schemas.openxmlformats.org/officeDocument/2006/relationships/audio" Target="../media/media1.mp3"/><Relationship Id="rId16" Type="http://schemas.openxmlformats.org/officeDocument/2006/relationships/image" Target="../media/image16.png"/><Relationship Id="rId1" Type="http://schemas.microsoft.com/office/2007/relationships/media" Target="../media/media1.mp3"/><Relationship Id="rId6" Type="http://schemas.openxmlformats.org/officeDocument/2006/relationships/audio" Target="../media/audio2.wav"/><Relationship Id="rId11" Type="http://schemas.openxmlformats.org/officeDocument/2006/relationships/image" Target="../media/image9.png"/><Relationship Id="rId5" Type="http://schemas.openxmlformats.org/officeDocument/2006/relationships/audio" Target="../media/audio1.wav"/><Relationship Id="rId15" Type="http://schemas.openxmlformats.org/officeDocument/2006/relationships/image" Target="../media/image15.png"/><Relationship Id="rId10" Type="http://schemas.openxmlformats.org/officeDocument/2006/relationships/image" Target="../media/image3.gif"/><Relationship Id="rId4" Type="http://schemas.openxmlformats.org/officeDocument/2006/relationships/notesSlide" Target="../notesSlides/notesSlide6.xml"/><Relationship Id="rId9" Type="http://schemas.openxmlformats.org/officeDocument/2006/relationships/image" Target="../media/image13.png"/><Relationship Id="rId1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slide" Target="slide3.xml"/><Relationship Id="rId3" Type="http://schemas.openxmlformats.org/officeDocument/2006/relationships/slideLayout" Target="../slideLayouts/slideLayout7.xml"/><Relationship Id="rId7" Type="http://schemas.openxmlformats.org/officeDocument/2006/relationships/audio" Target="../media/audio3.wav"/><Relationship Id="rId12" Type="http://schemas.openxmlformats.org/officeDocument/2006/relationships/image" Target="../media/image14.png"/><Relationship Id="rId17" Type="http://schemas.openxmlformats.org/officeDocument/2006/relationships/image" Target="../media/image16.png"/><Relationship Id="rId2" Type="http://schemas.openxmlformats.org/officeDocument/2006/relationships/audio" Target="../media/media1.mp3"/><Relationship Id="rId16" Type="http://schemas.openxmlformats.org/officeDocument/2006/relationships/image" Target="../media/image15.png"/><Relationship Id="rId1" Type="http://schemas.microsoft.com/office/2007/relationships/media" Target="../media/media1.mp3"/><Relationship Id="rId6" Type="http://schemas.openxmlformats.org/officeDocument/2006/relationships/audio" Target="../media/audio2.wav"/><Relationship Id="rId11" Type="http://schemas.openxmlformats.org/officeDocument/2006/relationships/image" Target="../media/image9.png"/><Relationship Id="rId5" Type="http://schemas.openxmlformats.org/officeDocument/2006/relationships/audio" Target="../media/audio1.wav"/><Relationship Id="rId15" Type="http://schemas.microsoft.com/office/2007/relationships/hdphoto" Target="../media/hdphoto1.wdp"/><Relationship Id="rId10" Type="http://schemas.openxmlformats.org/officeDocument/2006/relationships/image" Target="../media/image3.gif"/><Relationship Id="rId4" Type="http://schemas.openxmlformats.org/officeDocument/2006/relationships/notesSlide" Target="../notesSlides/notesSlide7.xml"/><Relationship Id="rId9" Type="http://schemas.openxmlformats.org/officeDocument/2006/relationships/image" Target="../media/image13.png"/><Relationship Id="rId1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www.facebook.com/groups/443096903751589"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www.facebook.com/groups/443096903751589" TargetMode="External"/><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l.facebook.com/l.php?u=https://drive.google.com/drive/u/0/folders/1-dNa43begmfbAtLp4ijb8-n9cDtYwYQh?fbclid=IwAR0ySC-_dtHQTfE377vDGRmmYFvF8MDSnG1E3StguZ9LPjMeMxYgKxNb7pU&amp;h=AT1tyvedHWhPFPi7H_ZiT8tZFvzFPOowLss55qDGH6mAH_y_LAG6uZUs3ZotFqYjp4gG1y55NeDcBbGKQmrM603LSaWtM91yqi9HP-b0OJtbm32JrasX7_H7A2gTmG-UAFr0&amp;__tn__=-UK-R&amp;c%5b0%5d=AT2ZIcIoDNKaqx86MOjqnhRln3PHbGXcDNtYeac3MQrS0wm045qF5eQBaLAHTf_X6_UYWwso1owwsPCXP65Hv8bE6GXtzgyZFsqXxeANke7k6PiWjAWQ529PTq84fCezufmQJRsM7vRIkNCe5IeoFVRp4T0hy4VPmUsabb2JLDJaHlEUbqbuKw--2KGxEB3cBelIdmDXZopAL0Bu9g" TargetMode="Externa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889919" y="2743200"/>
            <a:ext cx="7970839" cy="1371600"/>
          </a:xfrm>
          <a:prstGeom prst="rect">
            <a:avLst/>
          </a:prstGeom>
          <a:solidFill>
            <a:schemeClr val="bg1"/>
          </a:solidFill>
        </p:spPr>
        <p:txBody>
          <a:bodyPr vert="horz" lIns="121709" tIns="60853" rIns="121709" bIns="60853" rtlCol="0" anchor="ctr">
            <a:normAutofit/>
          </a:bodyPr>
          <a:lstStyle>
            <a:lvl1pPr algn="ctr" defTabSz="1217249" rtl="0" eaLnBrk="1" latinLnBrk="0" hangingPunct="1">
              <a:spcBef>
                <a:spcPct val="0"/>
              </a:spcBef>
              <a:buNone/>
              <a:defRPr sz="5900" kern="1200">
                <a:solidFill>
                  <a:schemeClr val="tx1"/>
                </a:solidFill>
                <a:latin typeface="+mj-lt"/>
                <a:ea typeface="+mj-ea"/>
                <a:cs typeface="+mj-cs"/>
              </a:defRPr>
            </a:lvl1pPr>
          </a:lstStyle>
          <a:p>
            <a:r>
              <a:rPr lang="en-US" sz="8000" b="1" smtClean="0">
                <a:latin typeface="Arial" pitchFamily="34" charset="0"/>
                <a:ea typeface="Arial-Rounded" pitchFamily="34" charset="0"/>
                <a:cs typeface="Arial" pitchFamily="34" charset="0"/>
              </a:rPr>
              <a:t>TÊN MÔN HỌC</a:t>
            </a:r>
            <a:endParaRPr lang="en-US" sz="8000" b="1">
              <a:latin typeface="Arial" pitchFamily="34" charset="0"/>
              <a:ea typeface="Arial-Rounded" pitchFamily="34" charset="0"/>
              <a:cs typeface="Arial" pitchFamily="34" charset="0"/>
            </a:endParaRPr>
          </a:p>
        </p:txBody>
      </p:sp>
    </p:spTree>
    <p:extLst>
      <p:ext uri="{BB962C8B-B14F-4D97-AF65-F5344CB8AC3E}">
        <p14:creationId xmlns:p14="http://schemas.microsoft.com/office/powerpoint/2010/main" val="54891027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61220" y="-463498"/>
            <a:ext cx="5886450" cy="5886450"/>
          </a:xfrm>
          <a:prstGeom prst="rect">
            <a:avLst/>
          </a:prstGeom>
        </p:spPr>
      </p:pic>
      <p:pic>
        <p:nvPicPr>
          <p:cNvPr id="19" name="Picture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0880" y="-238650"/>
            <a:ext cx="5886450" cy="5886450"/>
          </a:xfrm>
          <a:prstGeom prst="rect">
            <a:avLst/>
          </a:prstGeom>
        </p:spPr>
      </p:pic>
      <p:pic>
        <p:nvPicPr>
          <p:cNvPr id="20" name="Picture 1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20606" y="76200"/>
            <a:ext cx="5886450" cy="5886450"/>
          </a:xfrm>
          <a:prstGeom prst="rect">
            <a:avLst/>
          </a:prstGeom>
        </p:spPr>
      </p:pic>
      <p:pic>
        <p:nvPicPr>
          <p:cNvPr id="23" name="Picture 22"/>
          <p:cNvPicPr>
            <a:picLocks noChangeAspect="1"/>
          </p:cNvPicPr>
          <p:nvPr/>
        </p:nvPicPr>
        <p:blipFill>
          <a:blip r:embed="rId8">
            <a:grayscl/>
            <a:extLst>
              <a:ext uri="{28A0092B-C50C-407E-A947-70E740481C1C}">
                <a14:useLocalDpi xmlns:a14="http://schemas.microsoft.com/office/drawing/2010/main" val="0"/>
              </a:ext>
            </a:extLst>
          </a:blip>
          <a:stretch>
            <a:fillRect/>
          </a:stretch>
        </p:blipFill>
        <p:spPr>
          <a:xfrm>
            <a:off x="7906616" y="-565577"/>
            <a:ext cx="2114550" cy="2114550"/>
          </a:xfrm>
          <a:prstGeom prst="rect">
            <a:avLst/>
          </a:prstGeom>
        </p:spPr>
      </p:pic>
      <p:pic>
        <p:nvPicPr>
          <p:cNvPr id="5" name="Picture 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 y="0"/>
            <a:ext cx="12161839" cy="6858000"/>
          </a:xfrm>
          <a:prstGeom prst="rect">
            <a:avLst/>
          </a:prstGeom>
        </p:spPr>
      </p:pic>
      <p:sp>
        <p:nvSpPr>
          <p:cNvPr id="4" name="TextBox 3"/>
          <p:cNvSpPr txBox="1"/>
          <p:nvPr/>
        </p:nvSpPr>
        <p:spPr>
          <a:xfrm>
            <a:off x="137319" y="76200"/>
            <a:ext cx="6248400" cy="830997"/>
          </a:xfrm>
          <a:prstGeom prst="rect">
            <a:avLst/>
          </a:prstGeom>
          <a:solidFill>
            <a:schemeClr val="bg1">
              <a:lumMod val="95000"/>
            </a:schemeClr>
          </a:solidFill>
        </p:spPr>
        <p:txBody>
          <a:bodyPr wrap="square" rtlCol="0">
            <a:spAutoFit/>
          </a:bodyPr>
          <a:lstStyle/>
          <a:p>
            <a:r>
              <a:rPr lang="en-US" sz="2400" smtClean="0">
                <a:solidFill>
                  <a:srgbClr val="FF0000"/>
                </a:solidFill>
                <a:latin typeface="Arial" pitchFamily="34" charset="0"/>
                <a:cs typeface="Arial" pitchFamily="34" charset="0"/>
              </a:rPr>
              <a:t>KHỞI ĐỘNG</a:t>
            </a:r>
          </a:p>
          <a:p>
            <a:r>
              <a:rPr lang="en-US" sz="2400" smtClean="0">
                <a:solidFill>
                  <a:srgbClr val="FF0000"/>
                </a:solidFill>
                <a:latin typeface="Arial" pitchFamily="34" charset="0"/>
                <a:cs typeface="Arial" pitchFamily="34" charset="0"/>
              </a:rPr>
              <a:t>TRÒ CHƠI: </a:t>
            </a:r>
            <a:r>
              <a:rPr lang="en-US" sz="2400" i="1" smtClean="0">
                <a:solidFill>
                  <a:srgbClr val="FF0000"/>
                </a:solidFill>
                <a:latin typeface="Arial" pitchFamily="34" charset="0"/>
                <a:cs typeface="Arial" pitchFamily="34" charset="0"/>
              </a:rPr>
              <a:t>ĐƯA THUYỀN VÀO BỜ</a:t>
            </a:r>
            <a:endParaRPr lang="en-US" sz="2400" i="1">
              <a:solidFill>
                <a:srgbClr val="FF0000"/>
              </a:solidFill>
              <a:latin typeface="Arial" pitchFamily="34" charset="0"/>
              <a:cs typeface="Arial" pitchFamily="34" charset="0"/>
            </a:endParaRPr>
          </a:p>
        </p:txBody>
      </p:sp>
      <p:pic>
        <p:nvPicPr>
          <p:cNvPr id="6" name="Picture 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937919" y="3429000"/>
            <a:ext cx="1245610" cy="1662978"/>
          </a:xfrm>
          <a:prstGeom prst="rect">
            <a:avLst/>
          </a:prstGeom>
        </p:spPr>
      </p:pic>
      <p:pic>
        <p:nvPicPr>
          <p:cNvPr id="7" name="Picture 6"/>
          <p:cNvPicPr>
            <a:picLocks noChangeAspect="1"/>
          </p:cNvPicPr>
          <p:nvPr/>
        </p:nvPicPr>
        <p:blipFill>
          <a:blip r:embed="rId11">
            <a:extLst>
              <a:ext uri="{BEBA8EAE-BF5A-486C-A8C5-ECC9F3942E4B}">
                <a14:imgProps xmlns:a14="http://schemas.microsoft.com/office/drawing/2010/main">
                  <a14:imgLayer r:embed="rId12">
                    <a14:imgEffect>
                      <a14:backgroundRemoval t="0" b="89516" l="0" r="100000">
                        <a14:backgroundMark x1="16256" y1="8871" x2="5911" y2="45161"/>
                        <a14:backgroundMark x1="83744" y1="4435" x2="90640" y2="28629"/>
                        <a14:backgroundMark x1="89163" y1="72581" x2="93103" y2="69355"/>
                      </a14:backgroundRemoval>
                    </a14:imgEffect>
                  </a14:imgLayer>
                </a14:imgProps>
              </a:ext>
              <a:ext uri="{28A0092B-C50C-407E-A947-70E740481C1C}">
                <a14:useLocalDpi xmlns:a14="http://schemas.microsoft.com/office/drawing/2010/main" val="0"/>
              </a:ext>
            </a:extLst>
          </a:blip>
          <a:stretch>
            <a:fillRect/>
          </a:stretch>
        </p:blipFill>
        <p:spPr>
          <a:xfrm>
            <a:off x="7005494" y="4098900"/>
            <a:ext cx="1030225" cy="1258600"/>
          </a:xfrm>
          <a:prstGeom prst="rect">
            <a:avLst/>
          </a:prstGeom>
        </p:spPr>
      </p:pic>
      <p:pic>
        <p:nvPicPr>
          <p:cNvPr id="8" name="Picture 7"/>
          <p:cNvPicPr>
            <a:picLocks noChangeAspect="1"/>
          </p:cNvPicPr>
          <p:nvPr/>
        </p:nvPicPr>
        <p:blipFill rotWithShape="1">
          <a:blip r:embed="rId13" cstate="print">
            <a:extLst>
              <a:ext uri="{28A0092B-C50C-407E-A947-70E740481C1C}">
                <a14:useLocalDpi xmlns:a14="http://schemas.microsoft.com/office/drawing/2010/main" val="0"/>
              </a:ext>
            </a:extLst>
          </a:blip>
          <a:srcRect l="17538" t="8029" r="13438" b="24064"/>
          <a:stretch/>
        </p:blipFill>
        <p:spPr>
          <a:xfrm>
            <a:off x="2499519" y="4439477"/>
            <a:ext cx="2840182" cy="2095656"/>
          </a:xfrm>
          <a:prstGeom prst="rect">
            <a:avLst/>
          </a:prstGeom>
        </p:spPr>
      </p:pic>
      <p:pic>
        <p:nvPicPr>
          <p:cNvPr id="9" name="Picture 8"/>
          <p:cNvPicPr>
            <a:picLocks noChangeAspect="1"/>
          </p:cNvPicPr>
          <p:nvPr/>
        </p:nvPicPr>
        <p:blipFill rotWithShape="1">
          <a:blip r:embed="rId14">
            <a:extLst>
              <a:ext uri="{28A0092B-C50C-407E-A947-70E740481C1C}">
                <a14:useLocalDpi xmlns:a14="http://schemas.microsoft.com/office/drawing/2010/main" val="0"/>
              </a:ext>
            </a:extLst>
          </a:blip>
          <a:srcRect b="24356"/>
          <a:stretch/>
        </p:blipFill>
        <p:spPr>
          <a:xfrm>
            <a:off x="764233" y="3429000"/>
            <a:ext cx="2187325" cy="1965537"/>
          </a:xfrm>
          <a:prstGeom prst="rect">
            <a:avLst/>
          </a:prstGeom>
        </p:spPr>
      </p:pic>
      <p:pic>
        <p:nvPicPr>
          <p:cNvPr id="10" name="Picture 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290719" y="2771109"/>
            <a:ext cx="3452957" cy="3653999"/>
          </a:xfrm>
          <a:prstGeom prst="rect">
            <a:avLst/>
          </a:prstGeom>
        </p:spPr>
      </p:pic>
      <p:pic>
        <p:nvPicPr>
          <p:cNvPr id="11" name="Tieng-song-bien-www_nhacchuongvui_com.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6"/>
          <a:stretch>
            <a:fillRect/>
          </a:stretch>
        </p:blipFill>
        <p:spPr>
          <a:xfrm>
            <a:off x="-929481" y="1981200"/>
            <a:ext cx="609600" cy="609600"/>
          </a:xfrm>
          <a:prstGeom prst="rect">
            <a:avLst/>
          </a:prstGeom>
        </p:spPr>
      </p:pic>
      <p:pic>
        <p:nvPicPr>
          <p:cNvPr id="12" name="Picture 11">
            <a:hlinkClick r:id="rId17" action="ppaction://hlinksldjump"/>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182151" y="-153566"/>
            <a:ext cx="1322294" cy="1322294"/>
          </a:xfrm>
          <a:prstGeom prst="rect">
            <a:avLst/>
          </a:prstGeom>
        </p:spPr>
      </p:pic>
      <p:pic>
        <p:nvPicPr>
          <p:cNvPr id="16" name="Picture 15"/>
          <p:cNvPicPr>
            <a:picLocks noChangeAspect="1"/>
          </p:cNvPicPr>
          <p:nvPr/>
        </p:nvPicPr>
        <p:blipFill>
          <a:blip r:embed="rId8">
            <a:grayscl/>
            <a:extLst>
              <a:ext uri="{28A0092B-C50C-407E-A947-70E740481C1C}">
                <a14:useLocalDpi xmlns:a14="http://schemas.microsoft.com/office/drawing/2010/main" val="0"/>
              </a:ext>
            </a:extLst>
          </a:blip>
          <a:stretch>
            <a:fillRect/>
          </a:stretch>
        </p:blipFill>
        <p:spPr>
          <a:xfrm>
            <a:off x="103188" y="723900"/>
            <a:ext cx="3124200" cy="3124200"/>
          </a:xfrm>
          <a:prstGeom prst="rect">
            <a:avLst/>
          </a:prstGeom>
        </p:spPr>
      </p:pic>
      <p:pic>
        <p:nvPicPr>
          <p:cNvPr id="18" name="Tieng-mua-roi-ti-tach-www_nhacchuongvui_com.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6"/>
          <a:stretch>
            <a:fillRect/>
          </a:stretch>
        </p:blipFill>
        <p:spPr>
          <a:xfrm>
            <a:off x="13102256" y="1962150"/>
            <a:ext cx="609600" cy="609600"/>
          </a:xfrm>
          <a:prstGeom prst="rect">
            <a:avLst/>
          </a:prstGeom>
        </p:spPr>
      </p:pic>
      <p:pic>
        <p:nvPicPr>
          <p:cNvPr id="22" name="Picture 21"/>
          <p:cNvPicPr>
            <a:picLocks noChangeAspect="1"/>
          </p:cNvPicPr>
          <p:nvPr/>
        </p:nvPicPr>
        <p:blipFill>
          <a:blip r:embed="rId8">
            <a:grayscl/>
            <a:extLst>
              <a:ext uri="{28A0092B-C50C-407E-A947-70E740481C1C}">
                <a14:useLocalDpi xmlns:a14="http://schemas.microsoft.com/office/drawing/2010/main" val="0"/>
              </a:ext>
            </a:extLst>
          </a:blip>
          <a:stretch>
            <a:fillRect/>
          </a:stretch>
        </p:blipFill>
        <p:spPr>
          <a:xfrm>
            <a:off x="10195719" y="1743075"/>
            <a:ext cx="2114550" cy="2114550"/>
          </a:xfrm>
          <a:prstGeom prst="rect">
            <a:avLst/>
          </a:prstGeom>
        </p:spPr>
      </p:pic>
    </p:spTree>
    <p:extLst>
      <p:ext uri="{BB962C8B-B14F-4D97-AF65-F5344CB8AC3E}">
        <p14:creationId xmlns:p14="http://schemas.microsoft.com/office/powerpoint/2010/main" val="212407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11"/>
                                        </p:tgtEl>
                                      </p:cBhvr>
                                    </p:cmd>
                                  </p:childTnLst>
                                </p:cTn>
                              </p:par>
                              <p:par>
                                <p:cTn id="7" presetID="1" presetClass="mediacall" presetSubtype="0" fill="hold" nodeType="withEffect">
                                  <p:stCondLst>
                                    <p:cond delay="0"/>
                                  </p:stCondLst>
                                  <p:childTnLst>
                                    <p:cmd type="call" cmd="playFrom(0.0)">
                                      <p:cBhvr>
                                        <p:cTn id="8" dur="60427" fill="hold"/>
                                        <p:tgtEl>
                                          <p:spTgt spid="18"/>
                                        </p:tgtEl>
                                      </p:cBhvr>
                                    </p:cmd>
                                  </p:childTnLst>
                                </p:cTn>
                              </p:par>
                              <p:par>
                                <p:cTn id="9" presetID="32" presetClass="emph" presetSubtype="0" repeatCount="indefinite" fill="hold" nodeType="withEffect">
                                  <p:stCondLst>
                                    <p:cond delay="0"/>
                                  </p:stCondLst>
                                  <p:childTnLst>
                                    <p:animRot by="120000">
                                      <p:cBhvr>
                                        <p:cTn id="10" dur="100" fill="hold">
                                          <p:stCondLst>
                                            <p:cond delay="0"/>
                                          </p:stCondLst>
                                        </p:cTn>
                                        <p:tgtEl>
                                          <p:spTgt spid="9"/>
                                        </p:tgtEl>
                                        <p:attrNameLst>
                                          <p:attrName>r</p:attrName>
                                        </p:attrNameLst>
                                      </p:cBhvr>
                                    </p:animRot>
                                    <p:animRot by="-240000">
                                      <p:cBhvr>
                                        <p:cTn id="11" dur="200" fill="hold">
                                          <p:stCondLst>
                                            <p:cond delay="200"/>
                                          </p:stCondLst>
                                        </p:cTn>
                                        <p:tgtEl>
                                          <p:spTgt spid="9"/>
                                        </p:tgtEl>
                                        <p:attrNameLst>
                                          <p:attrName>r</p:attrName>
                                        </p:attrNameLst>
                                      </p:cBhvr>
                                    </p:animRot>
                                    <p:animRot by="240000">
                                      <p:cBhvr>
                                        <p:cTn id="12" dur="200" fill="hold">
                                          <p:stCondLst>
                                            <p:cond delay="400"/>
                                          </p:stCondLst>
                                        </p:cTn>
                                        <p:tgtEl>
                                          <p:spTgt spid="9"/>
                                        </p:tgtEl>
                                        <p:attrNameLst>
                                          <p:attrName>r</p:attrName>
                                        </p:attrNameLst>
                                      </p:cBhvr>
                                    </p:animRot>
                                    <p:animRot by="-240000">
                                      <p:cBhvr>
                                        <p:cTn id="13" dur="200" fill="hold">
                                          <p:stCondLst>
                                            <p:cond delay="600"/>
                                          </p:stCondLst>
                                        </p:cTn>
                                        <p:tgtEl>
                                          <p:spTgt spid="9"/>
                                        </p:tgtEl>
                                        <p:attrNameLst>
                                          <p:attrName>r</p:attrName>
                                        </p:attrNameLst>
                                      </p:cBhvr>
                                    </p:animRot>
                                    <p:animRot by="120000">
                                      <p:cBhvr>
                                        <p:cTn id="14" dur="200" fill="hold">
                                          <p:stCondLst>
                                            <p:cond delay="800"/>
                                          </p:stCondLst>
                                        </p:cTn>
                                        <p:tgtEl>
                                          <p:spTgt spid="9"/>
                                        </p:tgtEl>
                                        <p:attrNameLst>
                                          <p:attrName>r</p:attrName>
                                        </p:attrNameLst>
                                      </p:cBhvr>
                                    </p:animRot>
                                  </p:childTnLst>
                                </p:cTn>
                              </p:par>
                              <p:par>
                                <p:cTn id="15" presetID="32" presetClass="emph" presetSubtype="0" repeatCount="indefinite" fill="hold" nodeType="withEffect">
                                  <p:stCondLst>
                                    <p:cond delay="0"/>
                                  </p:stCondLst>
                                  <p:childTnLst>
                                    <p:animRot by="120000">
                                      <p:cBhvr>
                                        <p:cTn id="16" dur="100" fill="hold">
                                          <p:stCondLst>
                                            <p:cond delay="0"/>
                                          </p:stCondLst>
                                        </p:cTn>
                                        <p:tgtEl>
                                          <p:spTgt spid="8"/>
                                        </p:tgtEl>
                                        <p:attrNameLst>
                                          <p:attrName>r</p:attrName>
                                        </p:attrNameLst>
                                      </p:cBhvr>
                                    </p:animRot>
                                    <p:animRot by="-240000">
                                      <p:cBhvr>
                                        <p:cTn id="17" dur="200" fill="hold">
                                          <p:stCondLst>
                                            <p:cond delay="200"/>
                                          </p:stCondLst>
                                        </p:cTn>
                                        <p:tgtEl>
                                          <p:spTgt spid="8"/>
                                        </p:tgtEl>
                                        <p:attrNameLst>
                                          <p:attrName>r</p:attrName>
                                        </p:attrNameLst>
                                      </p:cBhvr>
                                    </p:animRot>
                                    <p:animRot by="240000">
                                      <p:cBhvr>
                                        <p:cTn id="18" dur="200" fill="hold">
                                          <p:stCondLst>
                                            <p:cond delay="400"/>
                                          </p:stCondLst>
                                        </p:cTn>
                                        <p:tgtEl>
                                          <p:spTgt spid="8"/>
                                        </p:tgtEl>
                                        <p:attrNameLst>
                                          <p:attrName>r</p:attrName>
                                        </p:attrNameLst>
                                      </p:cBhvr>
                                    </p:animRot>
                                    <p:animRot by="-240000">
                                      <p:cBhvr>
                                        <p:cTn id="19" dur="200" fill="hold">
                                          <p:stCondLst>
                                            <p:cond delay="600"/>
                                          </p:stCondLst>
                                        </p:cTn>
                                        <p:tgtEl>
                                          <p:spTgt spid="8"/>
                                        </p:tgtEl>
                                        <p:attrNameLst>
                                          <p:attrName>r</p:attrName>
                                        </p:attrNameLst>
                                      </p:cBhvr>
                                    </p:animRot>
                                    <p:animRot by="120000">
                                      <p:cBhvr>
                                        <p:cTn id="20" dur="200" fill="hold">
                                          <p:stCondLst>
                                            <p:cond delay="800"/>
                                          </p:stCondLst>
                                        </p:cTn>
                                        <p:tgtEl>
                                          <p:spTgt spid="8"/>
                                        </p:tgtEl>
                                        <p:attrNameLst>
                                          <p:attrName>r</p:attrName>
                                        </p:attrNameLst>
                                      </p:cBhvr>
                                    </p:animRot>
                                  </p:childTnLst>
                                </p:cTn>
                              </p:par>
                              <p:par>
                                <p:cTn id="21" presetID="32" presetClass="emph" presetSubtype="0" repeatCount="indefinite" fill="hold" nodeType="withEffect">
                                  <p:stCondLst>
                                    <p:cond delay="0"/>
                                  </p:stCondLst>
                                  <p:childTnLst>
                                    <p:animRot by="120000">
                                      <p:cBhvr>
                                        <p:cTn id="22" dur="100" fill="hold">
                                          <p:stCondLst>
                                            <p:cond delay="0"/>
                                          </p:stCondLst>
                                        </p:cTn>
                                        <p:tgtEl>
                                          <p:spTgt spid="6"/>
                                        </p:tgtEl>
                                        <p:attrNameLst>
                                          <p:attrName>r</p:attrName>
                                        </p:attrNameLst>
                                      </p:cBhvr>
                                    </p:animRot>
                                    <p:animRot by="-240000">
                                      <p:cBhvr>
                                        <p:cTn id="23" dur="200" fill="hold">
                                          <p:stCondLst>
                                            <p:cond delay="200"/>
                                          </p:stCondLst>
                                        </p:cTn>
                                        <p:tgtEl>
                                          <p:spTgt spid="6"/>
                                        </p:tgtEl>
                                        <p:attrNameLst>
                                          <p:attrName>r</p:attrName>
                                        </p:attrNameLst>
                                      </p:cBhvr>
                                    </p:animRot>
                                    <p:animRot by="240000">
                                      <p:cBhvr>
                                        <p:cTn id="24" dur="200" fill="hold">
                                          <p:stCondLst>
                                            <p:cond delay="400"/>
                                          </p:stCondLst>
                                        </p:cTn>
                                        <p:tgtEl>
                                          <p:spTgt spid="6"/>
                                        </p:tgtEl>
                                        <p:attrNameLst>
                                          <p:attrName>r</p:attrName>
                                        </p:attrNameLst>
                                      </p:cBhvr>
                                    </p:animRot>
                                    <p:animRot by="-240000">
                                      <p:cBhvr>
                                        <p:cTn id="25" dur="200" fill="hold">
                                          <p:stCondLst>
                                            <p:cond delay="600"/>
                                          </p:stCondLst>
                                        </p:cTn>
                                        <p:tgtEl>
                                          <p:spTgt spid="6"/>
                                        </p:tgtEl>
                                        <p:attrNameLst>
                                          <p:attrName>r</p:attrName>
                                        </p:attrNameLst>
                                      </p:cBhvr>
                                    </p:animRot>
                                    <p:animRot by="120000">
                                      <p:cBhvr>
                                        <p:cTn id="26" dur="200" fill="hold">
                                          <p:stCondLst>
                                            <p:cond delay="800"/>
                                          </p:stCondLst>
                                        </p:cTn>
                                        <p:tgtEl>
                                          <p:spTgt spid="6"/>
                                        </p:tgtEl>
                                        <p:attrNameLst>
                                          <p:attrName>r</p:attrName>
                                        </p:attrNameLst>
                                      </p:cBhvr>
                                    </p:animRot>
                                  </p:childTnLst>
                                </p:cTn>
                              </p:par>
                              <p:par>
                                <p:cTn id="27" presetID="32" presetClass="emph" presetSubtype="0" repeatCount="indefinite" fill="hold" nodeType="withEffect">
                                  <p:stCondLst>
                                    <p:cond delay="0"/>
                                  </p:stCondLst>
                                  <p:childTnLst>
                                    <p:animRot by="120000">
                                      <p:cBhvr>
                                        <p:cTn id="28" dur="100" fill="hold">
                                          <p:stCondLst>
                                            <p:cond delay="0"/>
                                          </p:stCondLst>
                                        </p:cTn>
                                        <p:tgtEl>
                                          <p:spTgt spid="7"/>
                                        </p:tgtEl>
                                        <p:attrNameLst>
                                          <p:attrName>r</p:attrName>
                                        </p:attrNameLst>
                                      </p:cBhvr>
                                    </p:animRot>
                                    <p:animRot by="-240000">
                                      <p:cBhvr>
                                        <p:cTn id="29" dur="200" fill="hold">
                                          <p:stCondLst>
                                            <p:cond delay="200"/>
                                          </p:stCondLst>
                                        </p:cTn>
                                        <p:tgtEl>
                                          <p:spTgt spid="7"/>
                                        </p:tgtEl>
                                        <p:attrNameLst>
                                          <p:attrName>r</p:attrName>
                                        </p:attrNameLst>
                                      </p:cBhvr>
                                    </p:animRot>
                                    <p:animRot by="240000">
                                      <p:cBhvr>
                                        <p:cTn id="30" dur="200" fill="hold">
                                          <p:stCondLst>
                                            <p:cond delay="400"/>
                                          </p:stCondLst>
                                        </p:cTn>
                                        <p:tgtEl>
                                          <p:spTgt spid="7"/>
                                        </p:tgtEl>
                                        <p:attrNameLst>
                                          <p:attrName>r</p:attrName>
                                        </p:attrNameLst>
                                      </p:cBhvr>
                                    </p:animRot>
                                    <p:animRot by="-240000">
                                      <p:cBhvr>
                                        <p:cTn id="31" dur="200" fill="hold">
                                          <p:stCondLst>
                                            <p:cond delay="600"/>
                                          </p:stCondLst>
                                        </p:cTn>
                                        <p:tgtEl>
                                          <p:spTgt spid="7"/>
                                        </p:tgtEl>
                                        <p:attrNameLst>
                                          <p:attrName>r</p:attrName>
                                        </p:attrNameLst>
                                      </p:cBhvr>
                                    </p:animRot>
                                    <p:animRot by="120000">
                                      <p:cBhvr>
                                        <p:cTn id="32" dur="200" fill="hold">
                                          <p:stCondLst>
                                            <p:cond delay="800"/>
                                          </p:stCondLst>
                                        </p:cTn>
                                        <p:tgtEl>
                                          <p:spTgt spid="7"/>
                                        </p:tgtEl>
                                        <p:attrNameLst>
                                          <p:attrName>r</p:attrName>
                                        </p:attrNameLst>
                                      </p:cBhvr>
                                    </p:animRot>
                                  </p:childTnLst>
                                </p:cTn>
                              </p:par>
                              <p:par>
                                <p:cTn id="33" presetID="32" presetClass="emph" presetSubtype="0" repeatCount="indefinite" fill="hold" nodeType="withEffect">
                                  <p:stCondLst>
                                    <p:cond delay="0"/>
                                  </p:stCondLst>
                                  <p:childTnLst>
                                    <p:animRot by="120000">
                                      <p:cBhvr>
                                        <p:cTn id="34" dur="100" fill="hold">
                                          <p:stCondLst>
                                            <p:cond delay="0"/>
                                          </p:stCondLst>
                                        </p:cTn>
                                        <p:tgtEl>
                                          <p:spTgt spid="10"/>
                                        </p:tgtEl>
                                        <p:attrNameLst>
                                          <p:attrName>r</p:attrName>
                                        </p:attrNameLst>
                                      </p:cBhvr>
                                    </p:animRot>
                                    <p:animRot by="-240000">
                                      <p:cBhvr>
                                        <p:cTn id="35" dur="200" fill="hold">
                                          <p:stCondLst>
                                            <p:cond delay="200"/>
                                          </p:stCondLst>
                                        </p:cTn>
                                        <p:tgtEl>
                                          <p:spTgt spid="10"/>
                                        </p:tgtEl>
                                        <p:attrNameLst>
                                          <p:attrName>r</p:attrName>
                                        </p:attrNameLst>
                                      </p:cBhvr>
                                    </p:animRot>
                                    <p:animRot by="240000">
                                      <p:cBhvr>
                                        <p:cTn id="36" dur="200" fill="hold">
                                          <p:stCondLst>
                                            <p:cond delay="400"/>
                                          </p:stCondLst>
                                        </p:cTn>
                                        <p:tgtEl>
                                          <p:spTgt spid="10"/>
                                        </p:tgtEl>
                                        <p:attrNameLst>
                                          <p:attrName>r</p:attrName>
                                        </p:attrNameLst>
                                      </p:cBhvr>
                                    </p:animRot>
                                    <p:animRot by="-240000">
                                      <p:cBhvr>
                                        <p:cTn id="37" dur="200" fill="hold">
                                          <p:stCondLst>
                                            <p:cond delay="600"/>
                                          </p:stCondLst>
                                        </p:cTn>
                                        <p:tgtEl>
                                          <p:spTgt spid="10"/>
                                        </p:tgtEl>
                                        <p:attrNameLst>
                                          <p:attrName>r</p:attrName>
                                        </p:attrNameLst>
                                      </p:cBhvr>
                                    </p:animRot>
                                    <p:animRot by="120000">
                                      <p:cBhvr>
                                        <p:cTn id="38" dur="200" fill="hold">
                                          <p:stCondLst>
                                            <p:cond delay="800"/>
                                          </p:stCondLst>
                                        </p:cTn>
                                        <p:tgtEl>
                                          <p:spTgt spid="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audio>
              <p:cMediaNode vol="80000">
                <p:cTn id="39" repeatCount="indefinite" fill="hold" display="0">
                  <p:stCondLst>
                    <p:cond delay="indefinite"/>
                  </p:stCondLst>
                  <p:endCondLst>
                    <p:cond evt="onStopAudio" delay="0">
                      <p:tgtEl>
                        <p:sldTgt/>
                      </p:tgtEl>
                    </p:cond>
                  </p:endCondLst>
                </p:cTn>
                <p:tgtEl>
                  <p:spTgt spid="18"/>
                </p:tgtEl>
              </p:cMediaNode>
            </p:audio>
            <p:audio>
              <p:cMediaNode vol="15094" numSld="999">
                <p:cTn id="40" repeatCount="indefinite" fill="hold" display="0">
                  <p:stCondLst>
                    <p:cond delay="indefinite"/>
                  </p:stCondLst>
                  <p:endCondLst>
                    <p:cond evt="onStopAudio" delay="0">
                      <p:tgtEl>
                        <p:sldTgt/>
                      </p:tgtEl>
                    </p:cond>
                  </p:endCondLst>
                </p:cTn>
                <p:tgtEl>
                  <p:spTgt spid="11"/>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61220" y="-463498"/>
            <a:ext cx="5886450" cy="5886450"/>
          </a:xfrm>
          <a:prstGeom prst="rect">
            <a:avLst/>
          </a:prstGeom>
        </p:spPr>
      </p:pic>
      <p:pic>
        <p:nvPicPr>
          <p:cNvPr id="21" name="Picture 2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0880" y="-238650"/>
            <a:ext cx="5886450" cy="5886450"/>
          </a:xfrm>
          <a:prstGeom prst="rect">
            <a:avLst/>
          </a:prstGeom>
        </p:spPr>
      </p:pic>
      <p:pic>
        <p:nvPicPr>
          <p:cNvPr id="22" name="Picture 2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20606" y="76200"/>
            <a:ext cx="5886450" cy="5886450"/>
          </a:xfrm>
          <a:prstGeom prst="rect">
            <a:avLst/>
          </a:prstGeom>
        </p:spPr>
      </p:pic>
      <p:pic>
        <p:nvPicPr>
          <p:cNvPr id="5" name="Picture 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 y="0"/>
            <a:ext cx="12161839" cy="6858000"/>
          </a:xfrm>
          <a:prstGeom prst="rect">
            <a:avLst/>
          </a:prstGeom>
        </p:spPr>
      </p:pic>
      <p:pic>
        <p:nvPicPr>
          <p:cNvPr id="6" name="xanh xa">
            <a:hlinkClick r:id="rId9" action="ppaction://hlinksldjump"/>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937919" y="3429000"/>
            <a:ext cx="1245610" cy="1662978"/>
          </a:xfrm>
          <a:prstGeom prst="rect">
            <a:avLst/>
          </a:prstGeom>
        </p:spPr>
      </p:pic>
      <p:pic>
        <p:nvPicPr>
          <p:cNvPr id="7" name="đỏ xa">
            <a:hlinkClick r:id="rId11" action="ppaction://hlinksldjump"/>
          </p:cNvPr>
          <p:cNvPicPr>
            <a:picLocks noChangeAspect="1"/>
          </p:cNvPicPr>
          <p:nvPr/>
        </p:nvPicPr>
        <p:blipFill>
          <a:blip r:embed="rId12">
            <a:extLst>
              <a:ext uri="{BEBA8EAE-BF5A-486C-A8C5-ECC9F3942E4B}">
                <a14:imgProps xmlns:a14="http://schemas.microsoft.com/office/drawing/2010/main">
                  <a14:imgLayer r:embed="rId13">
                    <a14:imgEffect>
                      <a14:backgroundRemoval t="0" b="89516" l="0" r="100000">
                        <a14:backgroundMark x1="16256" y1="8871" x2="5911" y2="45161"/>
                        <a14:backgroundMark x1="83744" y1="4435" x2="90640" y2="28629"/>
                        <a14:backgroundMark x1="89163" y1="72581" x2="93103" y2="69355"/>
                      </a14:backgroundRemoval>
                    </a14:imgEffect>
                  </a14:imgLayer>
                </a14:imgProps>
              </a:ext>
              <a:ext uri="{28A0092B-C50C-407E-A947-70E740481C1C}">
                <a14:useLocalDpi xmlns:a14="http://schemas.microsoft.com/office/drawing/2010/main" val="0"/>
              </a:ext>
            </a:extLst>
          </a:blip>
          <a:stretch>
            <a:fillRect/>
          </a:stretch>
        </p:blipFill>
        <p:spPr>
          <a:xfrm>
            <a:off x="7005494" y="4098900"/>
            <a:ext cx="1030225" cy="1258600"/>
          </a:xfrm>
          <a:prstGeom prst="rect">
            <a:avLst/>
          </a:prstGeom>
        </p:spPr>
      </p:pic>
      <p:pic>
        <p:nvPicPr>
          <p:cNvPr id="8" name="da">
            <a:hlinkClick r:id="rId14" action="ppaction://hlinksldjump"/>
          </p:cNvPr>
          <p:cNvPicPr>
            <a:picLocks noChangeAspect="1"/>
          </p:cNvPicPr>
          <p:nvPr/>
        </p:nvPicPr>
        <p:blipFill rotWithShape="1">
          <a:blip r:embed="rId15" cstate="print">
            <a:extLst>
              <a:ext uri="{28A0092B-C50C-407E-A947-70E740481C1C}">
                <a14:useLocalDpi xmlns:a14="http://schemas.microsoft.com/office/drawing/2010/main" val="0"/>
              </a:ext>
            </a:extLst>
          </a:blip>
          <a:srcRect l="17539" t="13169" r="17266" b="24064"/>
          <a:stretch/>
        </p:blipFill>
        <p:spPr>
          <a:xfrm>
            <a:off x="2539879" y="4728200"/>
            <a:ext cx="2682632" cy="1937025"/>
          </a:xfrm>
          <a:prstGeom prst="rect">
            <a:avLst/>
          </a:prstGeom>
        </p:spPr>
      </p:pic>
      <p:pic>
        <p:nvPicPr>
          <p:cNvPr id="9" name="xám">
            <a:hlinkClick r:id="rId16" action="ppaction://hlinksldjump"/>
          </p:cNvPr>
          <p:cNvPicPr>
            <a:picLocks noChangeAspect="1"/>
          </p:cNvPicPr>
          <p:nvPr/>
        </p:nvPicPr>
        <p:blipFill rotWithShape="1">
          <a:blip r:embed="rId17">
            <a:extLst>
              <a:ext uri="{28A0092B-C50C-407E-A947-70E740481C1C}">
                <a14:useLocalDpi xmlns:a14="http://schemas.microsoft.com/office/drawing/2010/main" val="0"/>
              </a:ext>
            </a:extLst>
          </a:blip>
          <a:srcRect b="24356"/>
          <a:stretch/>
        </p:blipFill>
        <p:spPr>
          <a:xfrm>
            <a:off x="352554" y="3429000"/>
            <a:ext cx="2187325" cy="1965537"/>
          </a:xfrm>
          <a:prstGeom prst="rect">
            <a:avLst/>
          </a:prstGeom>
        </p:spPr>
      </p:pic>
      <p:pic>
        <p:nvPicPr>
          <p:cNvPr id="10" name="đỏ gần">
            <a:hlinkClick r:id="rId18" action="ppaction://hlinksldjump"/>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8522142" y="2590800"/>
            <a:ext cx="3452957" cy="3653999"/>
          </a:xfrm>
          <a:prstGeom prst="rect">
            <a:avLst/>
          </a:prstGeom>
        </p:spPr>
      </p:pic>
      <p:pic>
        <p:nvPicPr>
          <p:cNvPr id="11" name="Tieng-song-bien-www_nhacchuongvui_com.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20"/>
          <a:stretch>
            <a:fillRect/>
          </a:stretch>
        </p:blipFill>
        <p:spPr>
          <a:xfrm>
            <a:off x="-929481" y="1981200"/>
            <a:ext cx="609600" cy="609600"/>
          </a:xfrm>
          <a:prstGeom prst="rect">
            <a:avLst/>
          </a:prstGeom>
        </p:spPr>
      </p:pic>
      <p:pic>
        <p:nvPicPr>
          <p:cNvPr id="2" name="Picture 1">
            <a:hlinkClick r:id="rId21" action="ppaction://hlinksldjump"/>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0959456" y="6190007"/>
            <a:ext cx="1187543" cy="667993"/>
          </a:xfrm>
          <a:prstGeom prst="rect">
            <a:avLst/>
          </a:prstGeom>
        </p:spPr>
      </p:pic>
      <p:pic>
        <p:nvPicPr>
          <p:cNvPr id="16" name="Picture 15"/>
          <p:cNvPicPr>
            <a:picLocks noChangeAspect="1"/>
          </p:cNvPicPr>
          <p:nvPr/>
        </p:nvPicPr>
        <p:blipFill>
          <a:blip r:embed="rId23">
            <a:grayscl/>
            <a:extLst>
              <a:ext uri="{28A0092B-C50C-407E-A947-70E740481C1C}">
                <a14:useLocalDpi xmlns:a14="http://schemas.microsoft.com/office/drawing/2010/main" val="0"/>
              </a:ext>
            </a:extLst>
          </a:blip>
          <a:stretch>
            <a:fillRect/>
          </a:stretch>
        </p:blipFill>
        <p:spPr>
          <a:xfrm>
            <a:off x="2275036" y="-679877"/>
            <a:ext cx="3124200" cy="3124200"/>
          </a:xfrm>
          <a:prstGeom prst="rect">
            <a:avLst/>
          </a:prstGeom>
        </p:spPr>
      </p:pic>
      <p:pic>
        <p:nvPicPr>
          <p:cNvPr id="17" name="Tieng-mua-roi-ti-tach-www_nhacchuongvui_com.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20"/>
          <a:stretch>
            <a:fillRect/>
          </a:stretch>
        </p:blipFill>
        <p:spPr>
          <a:xfrm>
            <a:off x="13102256" y="1962150"/>
            <a:ext cx="609600" cy="609600"/>
          </a:xfrm>
          <a:prstGeom prst="rect">
            <a:avLst/>
          </a:prstGeom>
        </p:spPr>
      </p:pic>
      <p:pic>
        <p:nvPicPr>
          <p:cNvPr id="18" name="Picture 17"/>
          <p:cNvPicPr>
            <a:picLocks noChangeAspect="1"/>
          </p:cNvPicPr>
          <p:nvPr/>
        </p:nvPicPr>
        <p:blipFill>
          <a:blip r:embed="rId23">
            <a:grayscl/>
            <a:extLst>
              <a:ext uri="{28A0092B-C50C-407E-A947-70E740481C1C}">
                <a14:useLocalDpi xmlns:a14="http://schemas.microsoft.com/office/drawing/2010/main" val="0"/>
              </a:ext>
            </a:extLst>
          </a:blip>
          <a:stretch>
            <a:fillRect/>
          </a:stretch>
        </p:blipFill>
        <p:spPr>
          <a:xfrm>
            <a:off x="10248620" y="1314450"/>
            <a:ext cx="2114550" cy="2114550"/>
          </a:xfrm>
          <a:prstGeom prst="rect">
            <a:avLst/>
          </a:prstGeom>
        </p:spPr>
      </p:pic>
      <p:pic>
        <p:nvPicPr>
          <p:cNvPr id="19" name="Picture 18"/>
          <p:cNvPicPr>
            <a:picLocks noChangeAspect="1"/>
          </p:cNvPicPr>
          <p:nvPr/>
        </p:nvPicPr>
        <p:blipFill>
          <a:blip r:embed="rId23">
            <a:grayscl/>
            <a:extLst>
              <a:ext uri="{28A0092B-C50C-407E-A947-70E740481C1C}">
                <a14:useLocalDpi xmlns:a14="http://schemas.microsoft.com/office/drawing/2010/main" val="0"/>
              </a:ext>
            </a:extLst>
          </a:blip>
          <a:stretch>
            <a:fillRect/>
          </a:stretch>
        </p:blipFill>
        <p:spPr>
          <a:xfrm>
            <a:off x="7906616" y="-565577"/>
            <a:ext cx="2114550" cy="2114550"/>
          </a:xfrm>
          <a:prstGeom prst="rect">
            <a:avLst/>
          </a:prstGeom>
        </p:spPr>
      </p:pic>
    </p:spTree>
    <p:extLst>
      <p:ext uri="{BB962C8B-B14F-4D97-AF65-F5344CB8AC3E}">
        <p14:creationId xmlns:p14="http://schemas.microsoft.com/office/powerpoint/2010/main" val="1457362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par>
                                <p:cTn id="7" presetID="1" presetClass="mediacall" presetSubtype="0" fill="hold" nodeType="withEffect">
                                  <p:stCondLst>
                                    <p:cond delay="0"/>
                                  </p:stCondLst>
                                  <p:childTnLst>
                                    <p:cmd type="call" cmd="playFrom(0.0)">
                                      <p:cBhvr>
                                        <p:cTn id="8" dur="60427" fill="hold"/>
                                        <p:tgtEl>
                                          <p:spTgt spid="17"/>
                                        </p:tgtEl>
                                      </p:cBhvr>
                                    </p:cmd>
                                  </p:childTnLst>
                                </p:cTn>
                              </p:par>
                              <p:par>
                                <p:cTn id="9" presetID="32" presetClass="emph" presetSubtype="0" repeatCount="indefinite" fill="hold" nodeType="withEffect">
                                  <p:stCondLst>
                                    <p:cond delay="0"/>
                                  </p:stCondLst>
                                  <p:childTnLst>
                                    <p:animRot by="120000">
                                      <p:cBhvr>
                                        <p:cTn id="10" dur="100" fill="hold">
                                          <p:stCondLst>
                                            <p:cond delay="0"/>
                                          </p:stCondLst>
                                        </p:cTn>
                                        <p:tgtEl>
                                          <p:spTgt spid="8"/>
                                        </p:tgtEl>
                                        <p:attrNameLst>
                                          <p:attrName>r</p:attrName>
                                        </p:attrNameLst>
                                      </p:cBhvr>
                                    </p:animRot>
                                    <p:animRot by="-240000">
                                      <p:cBhvr>
                                        <p:cTn id="11" dur="200" fill="hold">
                                          <p:stCondLst>
                                            <p:cond delay="200"/>
                                          </p:stCondLst>
                                        </p:cTn>
                                        <p:tgtEl>
                                          <p:spTgt spid="8"/>
                                        </p:tgtEl>
                                        <p:attrNameLst>
                                          <p:attrName>r</p:attrName>
                                        </p:attrNameLst>
                                      </p:cBhvr>
                                    </p:animRot>
                                    <p:animRot by="240000">
                                      <p:cBhvr>
                                        <p:cTn id="12" dur="200" fill="hold">
                                          <p:stCondLst>
                                            <p:cond delay="400"/>
                                          </p:stCondLst>
                                        </p:cTn>
                                        <p:tgtEl>
                                          <p:spTgt spid="8"/>
                                        </p:tgtEl>
                                        <p:attrNameLst>
                                          <p:attrName>r</p:attrName>
                                        </p:attrNameLst>
                                      </p:cBhvr>
                                    </p:animRot>
                                    <p:animRot by="-240000">
                                      <p:cBhvr>
                                        <p:cTn id="13" dur="200" fill="hold">
                                          <p:stCondLst>
                                            <p:cond delay="600"/>
                                          </p:stCondLst>
                                        </p:cTn>
                                        <p:tgtEl>
                                          <p:spTgt spid="8"/>
                                        </p:tgtEl>
                                        <p:attrNameLst>
                                          <p:attrName>r</p:attrName>
                                        </p:attrNameLst>
                                      </p:cBhvr>
                                    </p:animRot>
                                    <p:animRot by="120000">
                                      <p:cBhvr>
                                        <p:cTn id="14" dur="200" fill="hold">
                                          <p:stCondLst>
                                            <p:cond delay="800"/>
                                          </p:stCondLst>
                                        </p:cTn>
                                        <p:tgtEl>
                                          <p:spTgt spid="8"/>
                                        </p:tgtEl>
                                        <p:attrNameLst>
                                          <p:attrName>r</p:attrName>
                                        </p:attrNameLst>
                                      </p:cBhvr>
                                    </p:animRot>
                                  </p:childTnLst>
                                </p:cTn>
                              </p:par>
                              <p:par>
                                <p:cTn id="15" presetID="32" presetClass="emph" presetSubtype="0" repeatCount="indefinite" fill="hold" nodeType="withEffect">
                                  <p:stCondLst>
                                    <p:cond delay="0"/>
                                  </p:stCondLst>
                                  <p:childTnLst>
                                    <p:animRot by="120000">
                                      <p:cBhvr>
                                        <p:cTn id="16" dur="100" fill="hold">
                                          <p:stCondLst>
                                            <p:cond delay="0"/>
                                          </p:stCondLst>
                                        </p:cTn>
                                        <p:tgtEl>
                                          <p:spTgt spid="7"/>
                                        </p:tgtEl>
                                        <p:attrNameLst>
                                          <p:attrName>r</p:attrName>
                                        </p:attrNameLst>
                                      </p:cBhvr>
                                    </p:animRot>
                                    <p:animRot by="-240000">
                                      <p:cBhvr>
                                        <p:cTn id="17" dur="200" fill="hold">
                                          <p:stCondLst>
                                            <p:cond delay="200"/>
                                          </p:stCondLst>
                                        </p:cTn>
                                        <p:tgtEl>
                                          <p:spTgt spid="7"/>
                                        </p:tgtEl>
                                        <p:attrNameLst>
                                          <p:attrName>r</p:attrName>
                                        </p:attrNameLst>
                                      </p:cBhvr>
                                    </p:animRot>
                                    <p:animRot by="240000">
                                      <p:cBhvr>
                                        <p:cTn id="18" dur="200" fill="hold">
                                          <p:stCondLst>
                                            <p:cond delay="400"/>
                                          </p:stCondLst>
                                        </p:cTn>
                                        <p:tgtEl>
                                          <p:spTgt spid="7"/>
                                        </p:tgtEl>
                                        <p:attrNameLst>
                                          <p:attrName>r</p:attrName>
                                        </p:attrNameLst>
                                      </p:cBhvr>
                                    </p:animRot>
                                    <p:animRot by="-240000">
                                      <p:cBhvr>
                                        <p:cTn id="19" dur="200" fill="hold">
                                          <p:stCondLst>
                                            <p:cond delay="600"/>
                                          </p:stCondLst>
                                        </p:cTn>
                                        <p:tgtEl>
                                          <p:spTgt spid="7"/>
                                        </p:tgtEl>
                                        <p:attrNameLst>
                                          <p:attrName>r</p:attrName>
                                        </p:attrNameLst>
                                      </p:cBhvr>
                                    </p:animRot>
                                    <p:animRot by="120000">
                                      <p:cBhvr>
                                        <p:cTn id="20" dur="200" fill="hold">
                                          <p:stCondLst>
                                            <p:cond delay="800"/>
                                          </p:stCondLst>
                                        </p:cTn>
                                        <p:tgtEl>
                                          <p:spTgt spid="7"/>
                                        </p:tgtEl>
                                        <p:attrNameLst>
                                          <p:attrName>r</p:attrName>
                                        </p:attrNameLst>
                                      </p:cBhvr>
                                    </p:animRot>
                                  </p:childTnLst>
                                </p:cTn>
                              </p:par>
                              <p:par>
                                <p:cTn id="21" presetID="32" presetClass="emph" presetSubtype="0" repeatCount="indefinite" fill="hold" nodeType="withEffect">
                                  <p:stCondLst>
                                    <p:cond delay="0"/>
                                  </p:stCondLst>
                                  <p:childTnLst>
                                    <p:animRot by="120000">
                                      <p:cBhvr>
                                        <p:cTn id="22" dur="100" fill="hold">
                                          <p:stCondLst>
                                            <p:cond delay="0"/>
                                          </p:stCondLst>
                                        </p:cTn>
                                        <p:tgtEl>
                                          <p:spTgt spid="9"/>
                                        </p:tgtEl>
                                        <p:attrNameLst>
                                          <p:attrName>r</p:attrName>
                                        </p:attrNameLst>
                                      </p:cBhvr>
                                    </p:animRot>
                                    <p:animRot by="-240000">
                                      <p:cBhvr>
                                        <p:cTn id="23" dur="200" fill="hold">
                                          <p:stCondLst>
                                            <p:cond delay="200"/>
                                          </p:stCondLst>
                                        </p:cTn>
                                        <p:tgtEl>
                                          <p:spTgt spid="9"/>
                                        </p:tgtEl>
                                        <p:attrNameLst>
                                          <p:attrName>r</p:attrName>
                                        </p:attrNameLst>
                                      </p:cBhvr>
                                    </p:animRot>
                                    <p:animRot by="240000">
                                      <p:cBhvr>
                                        <p:cTn id="24" dur="200" fill="hold">
                                          <p:stCondLst>
                                            <p:cond delay="400"/>
                                          </p:stCondLst>
                                        </p:cTn>
                                        <p:tgtEl>
                                          <p:spTgt spid="9"/>
                                        </p:tgtEl>
                                        <p:attrNameLst>
                                          <p:attrName>r</p:attrName>
                                        </p:attrNameLst>
                                      </p:cBhvr>
                                    </p:animRot>
                                    <p:animRot by="-240000">
                                      <p:cBhvr>
                                        <p:cTn id="25" dur="200" fill="hold">
                                          <p:stCondLst>
                                            <p:cond delay="600"/>
                                          </p:stCondLst>
                                        </p:cTn>
                                        <p:tgtEl>
                                          <p:spTgt spid="9"/>
                                        </p:tgtEl>
                                        <p:attrNameLst>
                                          <p:attrName>r</p:attrName>
                                        </p:attrNameLst>
                                      </p:cBhvr>
                                    </p:animRot>
                                    <p:animRot by="120000">
                                      <p:cBhvr>
                                        <p:cTn id="26" dur="200" fill="hold">
                                          <p:stCondLst>
                                            <p:cond delay="800"/>
                                          </p:stCondLst>
                                        </p:cTn>
                                        <p:tgtEl>
                                          <p:spTgt spid="9"/>
                                        </p:tgtEl>
                                        <p:attrNameLst>
                                          <p:attrName>r</p:attrName>
                                        </p:attrNameLst>
                                      </p:cBhvr>
                                    </p:animRot>
                                  </p:childTnLst>
                                </p:cTn>
                              </p:par>
                              <p:par>
                                <p:cTn id="27" presetID="32" presetClass="emph" presetSubtype="0" repeatCount="indefinite" fill="hold" nodeType="withEffect">
                                  <p:stCondLst>
                                    <p:cond delay="0"/>
                                  </p:stCondLst>
                                  <p:childTnLst>
                                    <p:animRot by="120000">
                                      <p:cBhvr>
                                        <p:cTn id="28" dur="100" fill="hold">
                                          <p:stCondLst>
                                            <p:cond delay="0"/>
                                          </p:stCondLst>
                                        </p:cTn>
                                        <p:tgtEl>
                                          <p:spTgt spid="6"/>
                                        </p:tgtEl>
                                        <p:attrNameLst>
                                          <p:attrName>r</p:attrName>
                                        </p:attrNameLst>
                                      </p:cBhvr>
                                    </p:animRot>
                                    <p:animRot by="-240000">
                                      <p:cBhvr>
                                        <p:cTn id="29" dur="200" fill="hold">
                                          <p:stCondLst>
                                            <p:cond delay="200"/>
                                          </p:stCondLst>
                                        </p:cTn>
                                        <p:tgtEl>
                                          <p:spTgt spid="6"/>
                                        </p:tgtEl>
                                        <p:attrNameLst>
                                          <p:attrName>r</p:attrName>
                                        </p:attrNameLst>
                                      </p:cBhvr>
                                    </p:animRot>
                                    <p:animRot by="240000">
                                      <p:cBhvr>
                                        <p:cTn id="30" dur="200" fill="hold">
                                          <p:stCondLst>
                                            <p:cond delay="400"/>
                                          </p:stCondLst>
                                        </p:cTn>
                                        <p:tgtEl>
                                          <p:spTgt spid="6"/>
                                        </p:tgtEl>
                                        <p:attrNameLst>
                                          <p:attrName>r</p:attrName>
                                        </p:attrNameLst>
                                      </p:cBhvr>
                                    </p:animRot>
                                    <p:animRot by="-240000">
                                      <p:cBhvr>
                                        <p:cTn id="31" dur="200" fill="hold">
                                          <p:stCondLst>
                                            <p:cond delay="600"/>
                                          </p:stCondLst>
                                        </p:cTn>
                                        <p:tgtEl>
                                          <p:spTgt spid="6"/>
                                        </p:tgtEl>
                                        <p:attrNameLst>
                                          <p:attrName>r</p:attrName>
                                        </p:attrNameLst>
                                      </p:cBhvr>
                                    </p:animRot>
                                    <p:animRot by="120000">
                                      <p:cBhvr>
                                        <p:cTn id="32" dur="200" fill="hold">
                                          <p:stCondLst>
                                            <p:cond delay="800"/>
                                          </p:stCondLst>
                                        </p:cTn>
                                        <p:tgtEl>
                                          <p:spTgt spid="6"/>
                                        </p:tgtEl>
                                        <p:attrNameLst>
                                          <p:attrName>r</p:attrName>
                                        </p:attrNameLst>
                                      </p:cBhvr>
                                    </p:animRot>
                                  </p:childTnLst>
                                </p:cTn>
                              </p:par>
                              <p:par>
                                <p:cTn id="33" presetID="32" presetClass="emph" presetSubtype="0" repeatCount="indefinite" fill="hold" nodeType="withEffect">
                                  <p:stCondLst>
                                    <p:cond delay="0"/>
                                  </p:stCondLst>
                                  <p:childTnLst>
                                    <p:animRot by="120000">
                                      <p:cBhvr>
                                        <p:cTn id="34" dur="100" fill="hold">
                                          <p:stCondLst>
                                            <p:cond delay="0"/>
                                          </p:stCondLst>
                                        </p:cTn>
                                        <p:tgtEl>
                                          <p:spTgt spid="10"/>
                                        </p:tgtEl>
                                        <p:attrNameLst>
                                          <p:attrName>r</p:attrName>
                                        </p:attrNameLst>
                                      </p:cBhvr>
                                    </p:animRot>
                                    <p:animRot by="-240000">
                                      <p:cBhvr>
                                        <p:cTn id="35" dur="200" fill="hold">
                                          <p:stCondLst>
                                            <p:cond delay="200"/>
                                          </p:stCondLst>
                                        </p:cTn>
                                        <p:tgtEl>
                                          <p:spTgt spid="10"/>
                                        </p:tgtEl>
                                        <p:attrNameLst>
                                          <p:attrName>r</p:attrName>
                                        </p:attrNameLst>
                                      </p:cBhvr>
                                    </p:animRot>
                                    <p:animRot by="240000">
                                      <p:cBhvr>
                                        <p:cTn id="36" dur="200" fill="hold">
                                          <p:stCondLst>
                                            <p:cond delay="400"/>
                                          </p:stCondLst>
                                        </p:cTn>
                                        <p:tgtEl>
                                          <p:spTgt spid="10"/>
                                        </p:tgtEl>
                                        <p:attrNameLst>
                                          <p:attrName>r</p:attrName>
                                        </p:attrNameLst>
                                      </p:cBhvr>
                                    </p:animRot>
                                    <p:animRot by="-240000">
                                      <p:cBhvr>
                                        <p:cTn id="37" dur="200" fill="hold">
                                          <p:stCondLst>
                                            <p:cond delay="600"/>
                                          </p:stCondLst>
                                        </p:cTn>
                                        <p:tgtEl>
                                          <p:spTgt spid="10"/>
                                        </p:tgtEl>
                                        <p:attrNameLst>
                                          <p:attrName>r</p:attrName>
                                        </p:attrNameLst>
                                      </p:cBhvr>
                                    </p:animRot>
                                    <p:animRot by="120000">
                                      <p:cBhvr>
                                        <p:cTn id="38" dur="200" fill="hold">
                                          <p:stCondLst>
                                            <p:cond delay="800"/>
                                          </p:stCondLst>
                                        </p:cTn>
                                        <p:tgtEl>
                                          <p:spTgt spid="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audio>
              <p:cMediaNode vol="18868" numSld="999">
                <p:cTn id="39" repeatCount="indefinite" fill="hold" display="0">
                  <p:stCondLst>
                    <p:cond delay="indefinite"/>
                  </p:stCondLst>
                  <p:endCondLst>
                    <p:cond evt="onStopAudio" delay="0">
                      <p:tgtEl>
                        <p:sldTgt/>
                      </p:tgtEl>
                    </p:cond>
                  </p:endCondLst>
                </p:cTn>
                <p:tgtEl>
                  <p:spTgt spid="11"/>
                </p:tgtEl>
              </p:cMediaNode>
            </p:audio>
            <p:seq concurrent="1" nextAc="seek">
              <p:cTn id="40" restart="whenNotActive" fill="hold" evtFilter="cancelBubble" nodeType="interactiveSeq">
                <p:stCondLst>
                  <p:cond evt="onClick" delay="0">
                    <p:tgtEl>
                      <p:spTgt spid="8"/>
                    </p:tgtEl>
                  </p:cond>
                </p:stCondLst>
                <p:endSync evt="end" delay="0">
                  <p:rtn val="all"/>
                </p:endSync>
                <p:childTnLst>
                  <p:par>
                    <p:cTn id="41" fill="hold">
                      <p:stCondLst>
                        <p:cond delay="0"/>
                      </p:stCondLst>
                      <p:childTnLst>
                        <p:par>
                          <p:cTn id="42" fill="hold">
                            <p:stCondLst>
                              <p:cond delay="0"/>
                            </p:stCondLst>
                            <p:childTnLst>
                              <p:par>
                                <p:cTn id="43" presetID="42" presetClass="path" presetSubtype="0" accel="50000" decel="50000" fill="hold" nodeType="clickEffect">
                                  <p:stCondLst>
                                    <p:cond delay="0"/>
                                  </p:stCondLst>
                                  <p:childTnLst>
                                    <p:animMotion origin="layout" path="M 2.41002E-6 4.44444E-6 L -0.85851 -0.04167 " pathEditMode="relative" rAng="0" ptsTypes="AA">
                                      <p:cBhvr>
                                        <p:cTn id="44" dur="2000" fill="hold"/>
                                        <p:tgtEl>
                                          <p:spTgt spid="8"/>
                                        </p:tgtEl>
                                        <p:attrNameLst>
                                          <p:attrName>ppt_x</p:attrName>
                                          <p:attrName>ppt_y</p:attrName>
                                        </p:attrNameLst>
                                      </p:cBhvr>
                                      <p:rCtr x="-42919" y="-2083"/>
                                    </p:animMotion>
                                  </p:childTnLst>
                                </p:cTn>
                              </p:par>
                            </p:childTnLst>
                          </p:cTn>
                        </p:par>
                      </p:childTnLst>
                    </p:cTn>
                  </p:par>
                </p:childTnLst>
              </p:cTn>
              <p:nextCondLst>
                <p:cond evt="onClick" delay="0">
                  <p:tgtEl>
                    <p:spTgt spid="8"/>
                  </p:tgtEl>
                </p:cond>
              </p:nextCondLst>
            </p:seq>
            <p:seq concurrent="1" nextAc="seek">
              <p:cTn id="45" restart="whenNotActive" fill="hold" evtFilter="cancelBubble" nodeType="interactiveSeq">
                <p:stCondLst>
                  <p:cond evt="onClick" delay="0">
                    <p:tgtEl>
                      <p:spTgt spid="9"/>
                    </p:tgtEl>
                  </p:cond>
                </p:stCondLst>
                <p:endSync evt="end" delay="0">
                  <p:rtn val="all"/>
                </p:endSync>
                <p:childTnLst>
                  <p:par>
                    <p:cTn id="46" fill="hold">
                      <p:stCondLst>
                        <p:cond delay="0"/>
                      </p:stCondLst>
                      <p:childTnLst>
                        <p:par>
                          <p:cTn id="47" fill="hold">
                            <p:stCondLst>
                              <p:cond delay="0"/>
                            </p:stCondLst>
                            <p:childTnLst>
                              <p:par>
                                <p:cTn id="48" presetID="42" presetClass="path" presetSubtype="0" accel="50000" decel="50000" fill="hold" nodeType="clickEffect">
                                  <p:stCondLst>
                                    <p:cond delay="0"/>
                                  </p:stCondLst>
                                  <p:childTnLst>
                                    <p:animMotion origin="layout" path="M 4.57486E-6 2.96296E-6 L -0.57082 -0.00996 " pathEditMode="relative" rAng="0" ptsTypes="AA">
                                      <p:cBhvr>
                                        <p:cTn id="49" dur="2000" fill="hold"/>
                                        <p:tgtEl>
                                          <p:spTgt spid="9"/>
                                        </p:tgtEl>
                                        <p:attrNameLst>
                                          <p:attrName>ppt_x</p:attrName>
                                          <p:attrName>ppt_y</p:attrName>
                                        </p:attrNameLst>
                                      </p:cBhvr>
                                      <p:rCtr x="-28534" y="-509"/>
                                    </p:animMotion>
                                  </p:childTnLst>
                                </p:cTn>
                              </p:par>
                            </p:childTnLst>
                          </p:cTn>
                        </p:par>
                      </p:childTnLst>
                    </p:cTn>
                  </p:par>
                </p:childTnLst>
              </p:cTn>
              <p:nextCondLst>
                <p:cond evt="onClick" delay="0">
                  <p:tgtEl>
                    <p:spTgt spid="9"/>
                  </p:tgtEl>
                </p:cond>
              </p:nextCondLst>
            </p:seq>
            <p:seq concurrent="1" nextAc="seek">
              <p:cTn id="50" restart="whenNotActive" fill="hold" evtFilter="cancelBubble" nodeType="interactiveSeq">
                <p:stCondLst>
                  <p:cond evt="onClick" delay="0">
                    <p:tgtEl>
                      <p:spTgt spid="6"/>
                    </p:tgtEl>
                  </p:cond>
                </p:stCondLst>
                <p:endSync evt="end" delay="0">
                  <p:rtn val="all"/>
                </p:endSync>
                <p:childTnLst>
                  <p:par>
                    <p:cTn id="51" fill="hold">
                      <p:stCondLst>
                        <p:cond delay="0"/>
                      </p:stCondLst>
                      <p:childTnLst>
                        <p:par>
                          <p:cTn id="52" fill="hold">
                            <p:stCondLst>
                              <p:cond delay="0"/>
                            </p:stCondLst>
                            <p:childTnLst>
                              <p:par>
                                <p:cTn id="53" presetID="42" presetClass="path" presetSubtype="0" accel="50000" decel="50000" fill="hold" nodeType="clickEffect">
                                  <p:stCondLst>
                                    <p:cond delay="0"/>
                                  </p:stCondLst>
                                  <p:childTnLst>
                                    <p:animMotion origin="layout" path="M -3.59416E-6 3.7037E-6 L 1.00053 -0.05463 " pathEditMode="relative" rAng="0" ptsTypes="AA">
                                      <p:cBhvr>
                                        <p:cTn id="54" dur="2000" fill="hold"/>
                                        <p:tgtEl>
                                          <p:spTgt spid="6"/>
                                        </p:tgtEl>
                                        <p:attrNameLst>
                                          <p:attrName>ppt_x</p:attrName>
                                          <p:attrName>ppt_y</p:attrName>
                                        </p:attrNameLst>
                                      </p:cBhvr>
                                      <p:rCtr x="50026" y="-2731"/>
                                    </p:animMotion>
                                  </p:childTnLst>
                                </p:cTn>
                              </p:par>
                            </p:childTnLst>
                          </p:cTn>
                        </p:par>
                      </p:childTnLst>
                    </p:cTn>
                  </p:par>
                </p:childTnLst>
              </p:cTn>
              <p:nextCondLst>
                <p:cond evt="onClick" delay="0">
                  <p:tgtEl>
                    <p:spTgt spid="6"/>
                  </p:tgtEl>
                </p:cond>
              </p:nextCondLst>
            </p:seq>
            <p:seq concurrent="1" nextAc="seek">
              <p:cTn id="55" restart="whenNotActive" fill="hold" evtFilter="cancelBubble" nodeType="interactiveSeq">
                <p:stCondLst>
                  <p:cond evt="onClick" delay="0">
                    <p:tgtEl>
                      <p:spTgt spid="10"/>
                    </p:tgtEl>
                  </p:cond>
                </p:stCondLst>
                <p:endSync evt="end" delay="0">
                  <p:rtn val="all"/>
                </p:endSync>
                <p:childTnLst>
                  <p:par>
                    <p:cTn id="56" fill="hold">
                      <p:stCondLst>
                        <p:cond delay="0"/>
                      </p:stCondLst>
                      <p:childTnLst>
                        <p:par>
                          <p:cTn id="57" fill="hold">
                            <p:stCondLst>
                              <p:cond delay="0"/>
                            </p:stCondLst>
                            <p:childTnLst>
                              <p:par>
                                <p:cTn id="58" presetID="42" presetClass="path" presetSubtype="0" accel="50000" decel="50000" fill="hold" nodeType="clickEffect">
                                  <p:stCondLst>
                                    <p:cond delay="0"/>
                                  </p:stCondLst>
                                  <p:childTnLst>
                                    <p:animMotion origin="layout" path="M -1.19979E-7 -2.96296E-6 L -1.42527 0.00023 " pathEditMode="relative" rAng="0" ptsTypes="AA">
                                      <p:cBhvr>
                                        <p:cTn id="59" dur="2000" fill="hold"/>
                                        <p:tgtEl>
                                          <p:spTgt spid="10"/>
                                        </p:tgtEl>
                                        <p:attrNameLst>
                                          <p:attrName>ppt_x</p:attrName>
                                          <p:attrName>ppt_y</p:attrName>
                                        </p:attrNameLst>
                                      </p:cBhvr>
                                      <p:rCtr x="-71270" y="0"/>
                                    </p:animMotion>
                                  </p:childTnLst>
                                </p:cTn>
                              </p:par>
                            </p:childTnLst>
                          </p:cTn>
                        </p:par>
                      </p:childTnLst>
                    </p:cTn>
                  </p:par>
                </p:childTnLst>
              </p:cTn>
              <p:nextCondLst>
                <p:cond evt="onClick" delay="0">
                  <p:tgtEl>
                    <p:spTgt spid="10"/>
                  </p:tgtEl>
                </p:cond>
              </p:nextCondLst>
            </p:seq>
            <p:seq concurrent="1" nextAc="seek">
              <p:cTn id="60" restart="whenNotActive" fill="hold" evtFilter="cancelBubble" nodeType="interactiveSeq">
                <p:stCondLst>
                  <p:cond evt="onClick" delay="0">
                    <p:tgtEl>
                      <p:spTgt spid="7"/>
                    </p:tgtEl>
                  </p:cond>
                </p:stCondLst>
                <p:endSync evt="end" delay="0">
                  <p:rtn val="all"/>
                </p:endSync>
                <p:childTnLst>
                  <p:par>
                    <p:cTn id="61" fill="hold">
                      <p:stCondLst>
                        <p:cond delay="0"/>
                      </p:stCondLst>
                      <p:childTnLst>
                        <p:par>
                          <p:cTn id="62" fill="hold">
                            <p:stCondLst>
                              <p:cond delay="0"/>
                            </p:stCondLst>
                            <p:childTnLst>
                              <p:par>
                                <p:cTn id="63" presetID="42" presetClass="path" presetSubtype="0" accel="50000" decel="50000" fill="hold" nodeType="clickEffect">
                                  <p:stCondLst>
                                    <p:cond delay="0"/>
                                  </p:stCondLst>
                                  <p:childTnLst>
                                    <p:animMotion origin="layout" path="M -2.12833E-6 -1.85185E-6 L 0.88967 -0.06713 " pathEditMode="relative" rAng="0" ptsTypes="AA">
                                      <p:cBhvr>
                                        <p:cTn id="64" dur="2000" fill="hold"/>
                                        <p:tgtEl>
                                          <p:spTgt spid="7"/>
                                        </p:tgtEl>
                                        <p:attrNameLst>
                                          <p:attrName>ppt_x</p:attrName>
                                          <p:attrName>ppt_y</p:attrName>
                                        </p:attrNameLst>
                                      </p:cBhvr>
                                      <p:rCtr x="44484" y="-3356"/>
                                    </p:animMotion>
                                  </p:childTnLst>
                                </p:cTn>
                              </p:par>
                            </p:childTnLst>
                          </p:cTn>
                        </p:par>
                      </p:childTnLst>
                    </p:cTn>
                  </p:par>
                </p:childTnLst>
              </p:cTn>
              <p:nextCondLst>
                <p:cond evt="onClick" delay="0">
                  <p:tgtEl>
                    <p:spTgt spid="7"/>
                  </p:tgtEl>
                </p:cond>
              </p:nextCondLst>
            </p:seq>
            <p:audio>
              <p:cMediaNode vol="80000">
                <p:cTn id="65" repeatCount="indefinite" fill="hold" display="0">
                  <p:stCondLst>
                    <p:cond delay="indefinite"/>
                  </p:stCondLst>
                  <p:endCondLst>
                    <p:cond evt="onStopAudio" delay="0">
                      <p:tgtEl>
                        <p:sldTgt/>
                      </p:tgtEl>
                    </p:cond>
                  </p:endCondLst>
                </p:cTn>
                <p:tgtEl>
                  <p:spTgt spid="17"/>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descr="Cloud Clip Art at Clker.com - vector clip art online, royalty free &amp;amp; public  domain"/>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21688" y="507581"/>
            <a:ext cx="1820975" cy="100760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Cloud Clip Art at Clker.com - vector clip art online, royalty free &amp;amp; public  domain"/>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180615" y="76200"/>
            <a:ext cx="2003073" cy="110836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 y="0"/>
            <a:ext cx="12161839" cy="6858000"/>
          </a:xfrm>
          <a:prstGeom prst="rect">
            <a:avLst/>
          </a:prstGeom>
        </p:spPr>
      </p:pic>
      <p:pic>
        <p:nvPicPr>
          <p:cNvPr id="9" name="Picture 8">
            <a:hlinkClick r:id="rId11" action="ppaction://hlinksldjump"/>
          </p:cNvPr>
          <p:cNvPicPr>
            <a:picLocks noChangeAspect="1"/>
          </p:cNvPicPr>
          <p:nvPr/>
        </p:nvPicPr>
        <p:blipFill rotWithShape="1">
          <a:blip r:embed="rId12" cstate="print">
            <a:extLst>
              <a:ext uri="{28A0092B-C50C-407E-A947-70E740481C1C}">
                <a14:useLocalDpi xmlns:a14="http://schemas.microsoft.com/office/drawing/2010/main" val="0"/>
              </a:ext>
            </a:extLst>
          </a:blip>
          <a:srcRect b="24356"/>
          <a:stretch/>
        </p:blipFill>
        <p:spPr>
          <a:xfrm>
            <a:off x="-9112" y="5201655"/>
            <a:ext cx="1643369" cy="1476737"/>
          </a:xfrm>
          <a:prstGeom prst="rect">
            <a:avLst/>
          </a:prstGeom>
        </p:spPr>
      </p:pic>
      <p:pic>
        <p:nvPicPr>
          <p:cNvPr id="11" name="Tieng-song-bien-www_nhacchuongvui_com.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3"/>
          <a:stretch>
            <a:fillRect/>
          </a:stretch>
        </p:blipFill>
        <p:spPr>
          <a:xfrm>
            <a:off x="-929481" y="1981200"/>
            <a:ext cx="609600" cy="609600"/>
          </a:xfrm>
          <a:prstGeom prst="rect">
            <a:avLst/>
          </a:prstGeom>
        </p:spPr>
      </p:pic>
      <p:pic>
        <p:nvPicPr>
          <p:cNvPr id="1026" name="Picture 2" descr="Cloud Clip Art at Clker.com - vector clip art online, royalty free &amp;amp; public  domain"/>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0275394" y="76200"/>
            <a:ext cx="1368125" cy="75703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Cloud Clip Art at Clker.com - vector clip art online, royalty free &amp;amp; public  domain"/>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520606" y="353013"/>
            <a:ext cx="2003073" cy="1108368"/>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p:cNvSpPr/>
          <p:nvPr/>
        </p:nvSpPr>
        <p:spPr>
          <a:xfrm>
            <a:off x="1549317" y="5479249"/>
            <a:ext cx="8851392" cy="921551"/>
          </a:xfrm>
          <a:prstGeom prst="rect">
            <a:avLst/>
          </a:prstGeom>
          <a:solidFill>
            <a:srgbClr val="FFFFFF"/>
          </a:solidFill>
          <a:ln w="28575" cap="flat" cmpd="sng" algn="ctr">
            <a:solidFill>
              <a:schemeClr val="tx1"/>
            </a:solidFill>
            <a:prstDash val="solid"/>
            <a:miter lim="800000"/>
          </a:ln>
          <a:effectLst/>
        </p:spPr>
        <p:txBody>
          <a:bodyPr lIns="121725" tIns="60862" rIns="121725" bIns="60862" rtlCol="0" anchor="ctr"/>
          <a:lstStyle/>
          <a:p>
            <a:pPr lvl="0">
              <a:buClrTx/>
              <a:defRPr/>
            </a:pPr>
            <a:r>
              <a:rPr lang="vi-VN" sz="4400" dirty="0">
                <a:solidFill>
                  <a:schemeClr val="accent6"/>
                </a:solidFill>
                <a:latin typeface="Arial-Rounded" pitchFamily="34" charset="0"/>
                <a:ea typeface="Arial-Rounded" pitchFamily="34" charset="0"/>
                <a:cs typeface="Arial-Rounded" pitchFamily="34" charset="0"/>
              </a:rPr>
              <a:t>C</a:t>
            </a:r>
            <a:r>
              <a:rPr lang="vi-VN" sz="4400">
                <a:solidFill>
                  <a:schemeClr val="accent6"/>
                </a:solidFill>
                <a:latin typeface="Arial-Rounded" pitchFamily="34" charset="0"/>
                <a:ea typeface="Arial-Rounded" pitchFamily="34" charset="0"/>
                <a:cs typeface="Arial-Rounded" pitchFamily="34" charset="0"/>
              </a:rPr>
              <a:t>. </a:t>
            </a:r>
            <a:r>
              <a:rPr lang="en-US" sz="4400">
                <a:solidFill>
                  <a:srgbClr val="002060"/>
                </a:solidFill>
                <a:latin typeface="Arial-Rounded" pitchFamily="34" charset="0"/>
                <a:ea typeface="Arial-Rounded" pitchFamily="34" charset="0"/>
                <a:cs typeface="Arial-Rounded" pitchFamily="34" charset="0"/>
              </a:rPr>
              <a:t>Đ</a:t>
            </a:r>
            <a:endParaRPr lang="vi-VN" sz="4400" dirty="0">
              <a:solidFill>
                <a:srgbClr val="002060"/>
              </a:solidFill>
              <a:latin typeface="Arial-Rounded" pitchFamily="34" charset="0"/>
              <a:ea typeface="Arial-Rounded" pitchFamily="34" charset="0"/>
              <a:cs typeface="Arial-Rounded" pitchFamily="34" charset="0"/>
            </a:endParaRPr>
          </a:p>
        </p:txBody>
      </p:sp>
      <p:sp>
        <p:nvSpPr>
          <p:cNvPr id="17" name="Rectangle 16"/>
          <p:cNvSpPr/>
          <p:nvPr/>
        </p:nvSpPr>
        <p:spPr>
          <a:xfrm>
            <a:off x="1541864" y="4236478"/>
            <a:ext cx="8851392" cy="945122"/>
          </a:xfrm>
          <a:prstGeom prst="rect">
            <a:avLst/>
          </a:prstGeom>
          <a:solidFill>
            <a:srgbClr val="FFFFFF"/>
          </a:solidFill>
          <a:ln w="28575" cap="flat" cmpd="sng" algn="ctr">
            <a:solidFill>
              <a:schemeClr val="tx1"/>
            </a:solidFill>
            <a:prstDash val="solid"/>
            <a:miter lim="800000"/>
          </a:ln>
          <a:effectLst/>
        </p:spPr>
        <p:txBody>
          <a:bodyPr lIns="121725" tIns="60862" rIns="121725" bIns="60862" rtlCol="0" anchor="ctr"/>
          <a:lstStyle/>
          <a:p>
            <a:r>
              <a:rPr lang="en-US" sz="4400" smtClean="0">
                <a:solidFill>
                  <a:schemeClr val="accent6"/>
                </a:solidFill>
                <a:latin typeface="Arial-Rounded" pitchFamily="34" charset="0"/>
                <a:ea typeface="Arial-Rounded" pitchFamily="34" charset="0"/>
                <a:cs typeface="Arial-Rounded" pitchFamily="34" charset="0"/>
              </a:rPr>
              <a:t>B. </a:t>
            </a:r>
            <a:r>
              <a:rPr lang="en-US" sz="4400" smtClean="0">
                <a:solidFill>
                  <a:srgbClr val="002060"/>
                </a:solidFill>
                <a:latin typeface="Arial-Rounded" pitchFamily="34" charset="0"/>
                <a:ea typeface="Arial-Rounded" pitchFamily="34" charset="0"/>
                <a:cs typeface="Arial-Rounded" pitchFamily="34" charset="0"/>
              </a:rPr>
              <a:t>S</a:t>
            </a:r>
            <a:endParaRPr lang="en-US" sz="4400" dirty="0">
              <a:solidFill>
                <a:srgbClr val="002060"/>
              </a:solidFill>
              <a:latin typeface="Arial-Rounded" pitchFamily="34" charset="0"/>
              <a:ea typeface="Arial-Rounded" pitchFamily="34" charset="0"/>
              <a:cs typeface="Arial-Rounded" pitchFamily="34" charset="0"/>
            </a:endParaRPr>
          </a:p>
        </p:txBody>
      </p:sp>
      <p:pic>
        <p:nvPicPr>
          <p:cNvPr id="18" name="Picture 17"/>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397622" y="5539188"/>
            <a:ext cx="798097" cy="782741"/>
          </a:xfrm>
          <a:prstGeom prst="rect">
            <a:avLst/>
          </a:prstGeom>
        </p:spPr>
      </p:pic>
      <p:pic>
        <p:nvPicPr>
          <p:cNvPr id="19" name="Picture 18"/>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314254" y="4306778"/>
            <a:ext cx="807556" cy="778352"/>
          </a:xfrm>
          <a:prstGeom prst="rect">
            <a:avLst/>
          </a:prstGeom>
        </p:spPr>
      </p:pic>
      <p:sp>
        <p:nvSpPr>
          <p:cNvPr id="20" name="Rectangle 19"/>
          <p:cNvSpPr/>
          <p:nvPr/>
        </p:nvSpPr>
        <p:spPr>
          <a:xfrm>
            <a:off x="1546833" y="3005679"/>
            <a:ext cx="8851392" cy="918621"/>
          </a:xfrm>
          <a:prstGeom prst="rect">
            <a:avLst/>
          </a:prstGeom>
          <a:solidFill>
            <a:srgbClr val="FFFFFF"/>
          </a:solidFill>
          <a:ln w="28575" cap="flat" cmpd="sng" algn="ctr">
            <a:solidFill>
              <a:schemeClr val="tx1"/>
            </a:solidFill>
            <a:prstDash val="solid"/>
            <a:miter lim="800000"/>
          </a:ln>
          <a:effectLst/>
        </p:spPr>
        <p:txBody>
          <a:bodyPr lIns="121725" tIns="60862" rIns="121725" bIns="60862" rtlCol="0" anchor="ctr"/>
          <a:lstStyle/>
          <a:p>
            <a:r>
              <a:rPr lang="en-US" sz="4400" dirty="0">
                <a:solidFill>
                  <a:schemeClr val="accent6"/>
                </a:solidFill>
                <a:latin typeface="Arial-Rounded" pitchFamily="34" charset="0"/>
                <a:ea typeface="Arial-Rounded" pitchFamily="34" charset="0"/>
                <a:cs typeface="Arial-Rounded" pitchFamily="34" charset="0"/>
              </a:rPr>
              <a:t>A</a:t>
            </a:r>
            <a:r>
              <a:rPr lang="en-US" sz="4400">
                <a:solidFill>
                  <a:schemeClr val="accent6"/>
                </a:solidFill>
                <a:latin typeface="Arial-Rounded" pitchFamily="34" charset="0"/>
                <a:ea typeface="Arial-Rounded" pitchFamily="34" charset="0"/>
                <a:cs typeface="Arial-Rounded" pitchFamily="34" charset="0"/>
              </a:rPr>
              <a:t>. </a:t>
            </a:r>
            <a:r>
              <a:rPr lang="en-US" sz="4400" smtClean="0">
                <a:solidFill>
                  <a:srgbClr val="002060"/>
                </a:solidFill>
                <a:latin typeface="Arial-Rounded" pitchFamily="34" charset="0"/>
                <a:ea typeface="Arial-Rounded" pitchFamily="34" charset="0"/>
                <a:cs typeface="Arial-Rounded" pitchFamily="34" charset="0"/>
              </a:rPr>
              <a:t>S</a:t>
            </a:r>
            <a:endParaRPr lang="en-US" sz="4400" dirty="0">
              <a:solidFill>
                <a:srgbClr val="002060"/>
              </a:solidFill>
              <a:latin typeface="Arial-Rounded" pitchFamily="34" charset="0"/>
              <a:ea typeface="Arial-Rounded" pitchFamily="34" charset="0"/>
              <a:cs typeface="Arial-Rounded" pitchFamily="34" charset="0"/>
            </a:endParaRPr>
          </a:p>
        </p:txBody>
      </p:sp>
      <p:pic>
        <p:nvPicPr>
          <p:cNvPr id="21" name="Picture 20"/>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314254" y="3082634"/>
            <a:ext cx="807556" cy="778352"/>
          </a:xfrm>
          <a:prstGeom prst="rect">
            <a:avLst/>
          </a:prstGeom>
        </p:spPr>
      </p:pic>
      <p:sp>
        <p:nvSpPr>
          <p:cNvPr id="22" name="Rectangle 21"/>
          <p:cNvSpPr/>
          <p:nvPr/>
        </p:nvSpPr>
        <p:spPr>
          <a:xfrm>
            <a:off x="1280319" y="990560"/>
            <a:ext cx="9525000" cy="861576"/>
          </a:xfrm>
          <a:prstGeom prst="rect">
            <a:avLst/>
          </a:prstGeom>
          <a:solidFill>
            <a:schemeClr val="accent6"/>
          </a:solidFill>
        </p:spPr>
        <p:txBody>
          <a:bodyPr wrap="square" lIns="121725" tIns="60862" rIns="121725" bIns="60862">
            <a:spAutoFit/>
          </a:bodyPr>
          <a:lstStyle/>
          <a:p>
            <a:pPr algn="ctr"/>
            <a:r>
              <a:rPr lang="en-US" sz="4800" b="1" smtClean="0">
                <a:solidFill>
                  <a:schemeClr val="bg1"/>
                </a:solidFill>
                <a:latin typeface="Arial-Rounded" pitchFamily="34" charset="0"/>
                <a:ea typeface="Arial-Rounded" pitchFamily="34" charset="0"/>
                <a:cs typeface="Arial-Rounded" pitchFamily="34" charset="0"/>
              </a:rPr>
              <a:t>Câu hỏi</a:t>
            </a:r>
            <a:endParaRPr lang="en-US" sz="4800" b="1" dirty="0">
              <a:solidFill>
                <a:schemeClr val="bg1"/>
              </a:solidFill>
              <a:latin typeface="Arial-Rounded" pitchFamily="34" charset="0"/>
              <a:ea typeface="Arial-Rounded" pitchFamily="34" charset="0"/>
              <a:cs typeface="Arial-Rounded" pitchFamily="34" charset="0"/>
            </a:endParaRPr>
          </a:p>
        </p:txBody>
      </p:sp>
    </p:spTree>
    <p:extLst>
      <p:ext uri="{BB962C8B-B14F-4D97-AF65-F5344CB8AC3E}">
        <p14:creationId xmlns:p14="http://schemas.microsoft.com/office/powerpoint/2010/main" val="2125996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par>
                                <p:cTn id="7" presetID="32" presetClass="emph" presetSubtype="0" repeatCount="indefinite" fill="hold" nodeType="withEffect">
                                  <p:stCondLst>
                                    <p:cond delay="0"/>
                                  </p:stCondLst>
                                  <p:childTnLst>
                                    <p:animRot by="120000">
                                      <p:cBhvr>
                                        <p:cTn id="8" dur="100" fill="hold">
                                          <p:stCondLst>
                                            <p:cond delay="0"/>
                                          </p:stCondLst>
                                        </p:cTn>
                                        <p:tgtEl>
                                          <p:spTgt spid="9"/>
                                        </p:tgtEl>
                                        <p:attrNameLst>
                                          <p:attrName>r</p:attrName>
                                        </p:attrNameLst>
                                      </p:cBhvr>
                                    </p:animRot>
                                    <p:animRot by="-240000">
                                      <p:cBhvr>
                                        <p:cTn id="9" dur="200" fill="hold">
                                          <p:stCondLst>
                                            <p:cond delay="200"/>
                                          </p:stCondLst>
                                        </p:cTn>
                                        <p:tgtEl>
                                          <p:spTgt spid="9"/>
                                        </p:tgtEl>
                                        <p:attrNameLst>
                                          <p:attrName>r</p:attrName>
                                        </p:attrNameLst>
                                      </p:cBhvr>
                                    </p:animRot>
                                    <p:animRot by="240000">
                                      <p:cBhvr>
                                        <p:cTn id="10" dur="200" fill="hold">
                                          <p:stCondLst>
                                            <p:cond delay="400"/>
                                          </p:stCondLst>
                                        </p:cTn>
                                        <p:tgtEl>
                                          <p:spTgt spid="9"/>
                                        </p:tgtEl>
                                        <p:attrNameLst>
                                          <p:attrName>r</p:attrName>
                                        </p:attrNameLst>
                                      </p:cBhvr>
                                    </p:animRot>
                                    <p:animRot by="-240000">
                                      <p:cBhvr>
                                        <p:cTn id="11" dur="200" fill="hold">
                                          <p:stCondLst>
                                            <p:cond delay="600"/>
                                          </p:stCondLst>
                                        </p:cTn>
                                        <p:tgtEl>
                                          <p:spTgt spid="9"/>
                                        </p:tgtEl>
                                        <p:attrNameLst>
                                          <p:attrName>r</p:attrName>
                                        </p:attrNameLst>
                                      </p:cBhvr>
                                    </p:animRot>
                                    <p:animRot by="120000">
                                      <p:cBhvr>
                                        <p:cTn id="12" dur="200" fill="hold">
                                          <p:stCondLst>
                                            <p:cond delay="800"/>
                                          </p:stCondLst>
                                        </p:cTn>
                                        <p:tgtEl>
                                          <p:spTgt spid="9"/>
                                        </p:tgtEl>
                                        <p:attrNameLst>
                                          <p:attrName>r</p:attrName>
                                        </p:attrNameLst>
                                      </p:cBhvr>
                                    </p:animRot>
                                  </p:childTnLst>
                                </p:cTn>
                              </p:par>
                              <p:par>
                                <p:cTn id="13" presetID="16" presetClass="entr" presetSubtype="21"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barn(inVertical)">
                                      <p:cBhvr>
                                        <p:cTn id="15" dur="5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p:cTn id="20" dur="1000" fill="hold"/>
                                        <p:tgtEl>
                                          <p:spTgt spid="16"/>
                                        </p:tgtEl>
                                        <p:attrNameLst>
                                          <p:attrName>ppt_w</p:attrName>
                                        </p:attrNameLst>
                                      </p:cBhvr>
                                      <p:tavLst>
                                        <p:tav tm="0">
                                          <p:val>
                                            <p:strVal val="#ppt_w*0.70"/>
                                          </p:val>
                                        </p:tav>
                                        <p:tav tm="100000">
                                          <p:val>
                                            <p:strVal val="#ppt_w"/>
                                          </p:val>
                                        </p:tav>
                                      </p:tavLst>
                                    </p:anim>
                                    <p:anim calcmode="lin" valueType="num">
                                      <p:cBhvr>
                                        <p:cTn id="21" dur="1000" fill="hold"/>
                                        <p:tgtEl>
                                          <p:spTgt spid="16"/>
                                        </p:tgtEl>
                                        <p:attrNameLst>
                                          <p:attrName>ppt_h</p:attrName>
                                        </p:attrNameLst>
                                      </p:cBhvr>
                                      <p:tavLst>
                                        <p:tav tm="0">
                                          <p:val>
                                            <p:strVal val="#ppt_h"/>
                                          </p:val>
                                        </p:tav>
                                        <p:tav tm="100000">
                                          <p:val>
                                            <p:strVal val="#ppt_h"/>
                                          </p:val>
                                        </p:tav>
                                      </p:tavLst>
                                    </p:anim>
                                    <p:animEffect transition="in" filter="fade">
                                      <p:cBhvr>
                                        <p:cTn id="22" dur="1000"/>
                                        <p:tgtEl>
                                          <p:spTgt spid="16"/>
                                        </p:tgtEl>
                                      </p:cBhvr>
                                    </p:animEffect>
                                  </p:childTnLst>
                                </p:cTn>
                              </p:par>
                              <p:par>
                                <p:cTn id="23" presetID="55"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p:cTn id="25" dur="1000" fill="hold"/>
                                        <p:tgtEl>
                                          <p:spTgt spid="17"/>
                                        </p:tgtEl>
                                        <p:attrNameLst>
                                          <p:attrName>ppt_w</p:attrName>
                                        </p:attrNameLst>
                                      </p:cBhvr>
                                      <p:tavLst>
                                        <p:tav tm="0">
                                          <p:val>
                                            <p:strVal val="#ppt_w*0.70"/>
                                          </p:val>
                                        </p:tav>
                                        <p:tav tm="100000">
                                          <p:val>
                                            <p:strVal val="#ppt_w"/>
                                          </p:val>
                                        </p:tav>
                                      </p:tavLst>
                                    </p:anim>
                                    <p:anim calcmode="lin" valueType="num">
                                      <p:cBhvr>
                                        <p:cTn id="26" dur="1000" fill="hold"/>
                                        <p:tgtEl>
                                          <p:spTgt spid="17"/>
                                        </p:tgtEl>
                                        <p:attrNameLst>
                                          <p:attrName>ppt_h</p:attrName>
                                        </p:attrNameLst>
                                      </p:cBhvr>
                                      <p:tavLst>
                                        <p:tav tm="0">
                                          <p:val>
                                            <p:strVal val="#ppt_h"/>
                                          </p:val>
                                        </p:tav>
                                        <p:tav tm="100000">
                                          <p:val>
                                            <p:strVal val="#ppt_h"/>
                                          </p:val>
                                        </p:tav>
                                      </p:tavLst>
                                    </p:anim>
                                    <p:animEffect transition="in" filter="fade">
                                      <p:cBhvr>
                                        <p:cTn id="27" dur="1000"/>
                                        <p:tgtEl>
                                          <p:spTgt spid="17"/>
                                        </p:tgtEl>
                                      </p:cBhvr>
                                    </p:animEffect>
                                  </p:childTnLst>
                                </p:cTn>
                              </p:par>
                              <p:par>
                                <p:cTn id="28" presetID="55"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 calcmode="lin" valueType="num">
                                      <p:cBhvr>
                                        <p:cTn id="30" dur="1000" fill="hold"/>
                                        <p:tgtEl>
                                          <p:spTgt spid="20"/>
                                        </p:tgtEl>
                                        <p:attrNameLst>
                                          <p:attrName>ppt_w</p:attrName>
                                        </p:attrNameLst>
                                      </p:cBhvr>
                                      <p:tavLst>
                                        <p:tav tm="0">
                                          <p:val>
                                            <p:strVal val="#ppt_w*0.70"/>
                                          </p:val>
                                        </p:tav>
                                        <p:tav tm="100000">
                                          <p:val>
                                            <p:strVal val="#ppt_w"/>
                                          </p:val>
                                        </p:tav>
                                      </p:tavLst>
                                    </p:anim>
                                    <p:anim calcmode="lin" valueType="num">
                                      <p:cBhvr>
                                        <p:cTn id="31" dur="1000" fill="hold"/>
                                        <p:tgtEl>
                                          <p:spTgt spid="20"/>
                                        </p:tgtEl>
                                        <p:attrNameLst>
                                          <p:attrName>ppt_h</p:attrName>
                                        </p:attrNameLst>
                                      </p:cBhvr>
                                      <p:tavLst>
                                        <p:tav tm="0">
                                          <p:val>
                                            <p:strVal val="#ppt_h"/>
                                          </p:val>
                                        </p:tav>
                                        <p:tav tm="100000">
                                          <p:val>
                                            <p:strVal val="#ppt_h"/>
                                          </p:val>
                                        </p:tav>
                                      </p:tavLst>
                                    </p:anim>
                                    <p:animEffect transition="in" filter="fade">
                                      <p:cBhvr>
                                        <p:cTn id="32"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8868" numSld="999">
                <p:cTn id="33" repeatCount="indefinite" fill="hold" display="0">
                  <p:stCondLst>
                    <p:cond delay="indefinite"/>
                  </p:stCondLst>
                  <p:endCondLst>
                    <p:cond evt="onStopAudio" delay="0">
                      <p:tgtEl>
                        <p:sldTgt/>
                      </p:tgtEl>
                    </p:cond>
                  </p:endCondLst>
                </p:cTn>
                <p:tgtEl>
                  <p:spTgt spid="11"/>
                </p:tgtEl>
              </p:cMediaNode>
            </p:audio>
            <p:seq concurrent="1" nextAc="seek">
              <p:cTn id="34" restart="whenNotActive" fill="hold" evtFilter="cancelBubble" nodeType="interactiveSeq">
                <p:stCondLst>
                  <p:cond evt="onClick" delay="0">
                    <p:tgtEl>
                      <p:spTgt spid="16"/>
                    </p:tgtEl>
                  </p:cond>
                </p:stCondLst>
                <p:endSync evt="end" delay="0">
                  <p:rtn val="all"/>
                </p:endSync>
                <p:childTnLst>
                  <p:par>
                    <p:cTn id="35" fill="hold">
                      <p:stCondLst>
                        <p:cond delay="0"/>
                      </p:stCondLst>
                      <p:childTnLst>
                        <p:par>
                          <p:cTn id="36" fill="hold">
                            <p:stCondLst>
                              <p:cond delay="0"/>
                            </p:stCondLst>
                            <p:childTnLst>
                              <p:par>
                                <p:cTn id="37" presetID="1" presetClass="emph" presetSubtype="2" fill="hold" nodeType="withEffect">
                                  <p:stCondLst>
                                    <p:cond delay="0"/>
                                  </p:stCondLst>
                                  <p:childTnLst>
                                    <p:animClr clrSpc="rgb" dir="cw">
                                      <p:cBhvr>
                                        <p:cTn id="38" dur="250" fill="hold"/>
                                        <p:tgtEl>
                                          <p:spTgt spid="16"/>
                                        </p:tgtEl>
                                        <p:attrNameLst>
                                          <p:attrName>fillcolor</p:attrName>
                                        </p:attrNameLst>
                                      </p:cBhvr>
                                      <p:to>
                                        <a:schemeClr val="bg2"/>
                                      </p:to>
                                    </p:animClr>
                                    <p:set>
                                      <p:cBhvr>
                                        <p:cTn id="39" dur="250" fill="hold"/>
                                        <p:tgtEl>
                                          <p:spTgt spid="16"/>
                                        </p:tgtEl>
                                        <p:attrNameLst>
                                          <p:attrName>fill.type</p:attrName>
                                        </p:attrNameLst>
                                      </p:cBhvr>
                                      <p:to>
                                        <p:strVal val="solid"/>
                                      </p:to>
                                    </p:set>
                                    <p:set>
                                      <p:cBhvr>
                                        <p:cTn id="40" dur="250" fill="hold"/>
                                        <p:tgtEl>
                                          <p:spTgt spid="16"/>
                                        </p:tgtEl>
                                        <p:attrNameLst>
                                          <p:attrName>fill.on</p:attrName>
                                        </p:attrNameLst>
                                      </p:cBhvr>
                                      <p:to>
                                        <p:strVal val="true"/>
                                      </p:to>
                                    </p:set>
                                  </p:childTnLst>
                                  <p:subTnLst>
                                    <p:audio>
                                      <p:cMediaNode>
                                        <p:cTn display="0" masterRel="sameClick">
                                          <p:stCondLst>
                                            <p:cond evt="begin" delay="0">
                                              <p:tn val="37"/>
                                            </p:cond>
                                          </p:stCondLst>
                                          <p:endCondLst>
                                            <p:cond evt="onStopAudio" delay="0">
                                              <p:tgtEl>
                                                <p:sldTgt/>
                                              </p:tgtEl>
                                            </p:cond>
                                          </p:endCondLst>
                                        </p:cTn>
                                        <p:tgtEl>
                                          <p:sndTgt r:embed="rId5" name="click.wav"/>
                                        </p:tgtEl>
                                      </p:cMediaNode>
                                    </p:audio>
                                  </p:subTnLst>
                                </p:cTn>
                              </p:par>
                              <p:par>
                                <p:cTn id="41" presetID="1" presetClass="emph" presetSubtype="2" fill="hold" nodeType="withEffect">
                                  <p:stCondLst>
                                    <p:cond delay="500"/>
                                  </p:stCondLst>
                                  <p:childTnLst>
                                    <p:animClr clrSpc="rgb" dir="cw">
                                      <p:cBhvr>
                                        <p:cTn id="42" dur="250" fill="hold"/>
                                        <p:tgtEl>
                                          <p:spTgt spid="16"/>
                                        </p:tgtEl>
                                        <p:attrNameLst>
                                          <p:attrName>fillcolor</p:attrName>
                                        </p:attrNameLst>
                                      </p:cBhvr>
                                      <p:to>
                                        <a:schemeClr val="bg2"/>
                                      </p:to>
                                    </p:animClr>
                                    <p:set>
                                      <p:cBhvr>
                                        <p:cTn id="43" dur="250" fill="hold"/>
                                        <p:tgtEl>
                                          <p:spTgt spid="16"/>
                                        </p:tgtEl>
                                        <p:attrNameLst>
                                          <p:attrName>fill.type</p:attrName>
                                        </p:attrNameLst>
                                      </p:cBhvr>
                                      <p:to>
                                        <p:strVal val="solid"/>
                                      </p:to>
                                    </p:set>
                                    <p:set>
                                      <p:cBhvr>
                                        <p:cTn id="44" dur="250" fill="hold"/>
                                        <p:tgtEl>
                                          <p:spTgt spid="16"/>
                                        </p:tgtEl>
                                        <p:attrNameLst>
                                          <p:attrName>fill.on</p:attrName>
                                        </p:attrNameLst>
                                      </p:cBhvr>
                                      <p:to>
                                        <p:strVal val="true"/>
                                      </p:to>
                                    </p:set>
                                  </p:childTnLst>
                                </p:cTn>
                              </p:par>
                              <p:par>
                                <p:cTn id="45" presetID="23" presetClass="entr" presetSubtype="32" fill="hold" nodeType="withEffect">
                                  <p:stCondLst>
                                    <p:cond delay="500"/>
                                  </p:stCondLst>
                                  <p:childTnLst>
                                    <p:set>
                                      <p:cBhvr>
                                        <p:cTn id="46" dur="1" fill="hold">
                                          <p:stCondLst>
                                            <p:cond delay="0"/>
                                          </p:stCondLst>
                                        </p:cTn>
                                        <p:tgtEl>
                                          <p:spTgt spid="18"/>
                                        </p:tgtEl>
                                        <p:attrNameLst>
                                          <p:attrName>style.visibility</p:attrName>
                                        </p:attrNameLst>
                                      </p:cBhvr>
                                      <p:to>
                                        <p:strVal val="visible"/>
                                      </p:to>
                                    </p:set>
                                    <p:anim calcmode="lin" valueType="num">
                                      <p:cBhvr>
                                        <p:cTn id="47" dur="250" fill="hold"/>
                                        <p:tgtEl>
                                          <p:spTgt spid="18"/>
                                        </p:tgtEl>
                                        <p:attrNameLst>
                                          <p:attrName>ppt_w</p:attrName>
                                        </p:attrNameLst>
                                      </p:cBhvr>
                                      <p:tavLst>
                                        <p:tav tm="0">
                                          <p:val>
                                            <p:strVal val="4*#ppt_w"/>
                                          </p:val>
                                        </p:tav>
                                        <p:tav tm="100000">
                                          <p:val>
                                            <p:strVal val="#ppt_w"/>
                                          </p:val>
                                        </p:tav>
                                      </p:tavLst>
                                    </p:anim>
                                    <p:anim calcmode="lin" valueType="num">
                                      <p:cBhvr>
                                        <p:cTn id="48" dur="250" fill="hold"/>
                                        <p:tgtEl>
                                          <p:spTgt spid="18"/>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45"/>
                                            </p:cond>
                                          </p:stCondLst>
                                          <p:endCondLst>
                                            <p:cond evt="onStopAudio" delay="0">
                                              <p:tgtEl>
                                                <p:sldTgt/>
                                              </p:tgtEl>
                                            </p:cond>
                                          </p:endCondLst>
                                        </p:cTn>
                                        <p:tgtEl>
                                          <p:sndTgt r:embed="rId6" name="Check mark.wav"/>
                                        </p:tgtEl>
                                      </p:cMediaNode>
                                    </p:audio>
                                  </p:subTnLst>
                                </p:cTn>
                              </p:par>
                            </p:childTnLst>
                          </p:cTn>
                        </p:par>
                      </p:childTnLst>
                    </p:cTn>
                  </p:par>
                </p:childTnLst>
              </p:cTn>
              <p:nextCondLst>
                <p:cond evt="onClick" delay="0">
                  <p:tgtEl>
                    <p:spTgt spid="16"/>
                  </p:tgtEl>
                </p:cond>
              </p:nextCondLst>
            </p:seq>
            <p:seq concurrent="1" nextAc="seek">
              <p:cTn id="49" restart="whenNotActive" fill="hold" evtFilter="cancelBubble" nodeType="interactiveSeq">
                <p:stCondLst>
                  <p:cond evt="onClick" delay="0">
                    <p:tgtEl>
                      <p:spTgt spid="17"/>
                    </p:tgtEl>
                  </p:cond>
                </p:stCondLst>
                <p:endSync evt="end" delay="0">
                  <p:rtn val="all"/>
                </p:endSync>
                <p:childTnLst>
                  <p:par>
                    <p:cTn id="50" fill="hold">
                      <p:stCondLst>
                        <p:cond delay="0"/>
                      </p:stCondLst>
                      <p:childTnLst>
                        <p:par>
                          <p:cTn id="51" fill="hold">
                            <p:stCondLst>
                              <p:cond delay="0"/>
                            </p:stCondLst>
                            <p:childTnLst>
                              <p:par>
                                <p:cTn id="52" presetID="1" presetClass="emph" presetSubtype="2" fill="hold" nodeType="withEffect">
                                  <p:stCondLst>
                                    <p:cond delay="0"/>
                                  </p:stCondLst>
                                  <p:childTnLst>
                                    <p:animClr clrSpc="rgb" dir="cw">
                                      <p:cBhvr>
                                        <p:cTn id="53" dur="250" fill="hold"/>
                                        <p:tgtEl>
                                          <p:spTgt spid="17"/>
                                        </p:tgtEl>
                                        <p:attrNameLst>
                                          <p:attrName>fillcolor</p:attrName>
                                        </p:attrNameLst>
                                      </p:cBhvr>
                                      <p:to>
                                        <a:schemeClr val="accent1"/>
                                      </p:to>
                                    </p:animClr>
                                    <p:set>
                                      <p:cBhvr>
                                        <p:cTn id="54" dur="250" fill="hold"/>
                                        <p:tgtEl>
                                          <p:spTgt spid="17"/>
                                        </p:tgtEl>
                                        <p:attrNameLst>
                                          <p:attrName>fill.type</p:attrName>
                                        </p:attrNameLst>
                                      </p:cBhvr>
                                      <p:to>
                                        <p:strVal val="solid"/>
                                      </p:to>
                                    </p:set>
                                    <p:set>
                                      <p:cBhvr>
                                        <p:cTn id="55" dur="250" fill="hold"/>
                                        <p:tgtEl>
                                          <p:spTgt spid="17"/>
                                        </p:tgtEl>
                                        <p:attrNameLst>
                                          <p:attrName>fill.on</p:attrName>
                                        </p:attrNameLst>
                                      </p:cBhvr>
                                      <p:to>
                                        <p:strVal val="true"/>
                                      </p:to>
                                    </p:set>
                                  </p:childTnLst>
                                  <p:subTnLst>
                                    <p:audio>
                                      <p:cMediaNode>
                                        <p:cTn display="0" masterRel="sameClick">
                                          <p:stCondLst>
                                            <p:cond evt="begin" delay="0">
                                              <p:tn val="52"/>
                                            </p:cond>
                                          </p:stCondLst>
                                          <p:endCondLst>
                                            <p:cond evt="onStopAudio" delay="0">
                                              <p:tgtEl>
                                                <p:sldTgt/>
                                              </p:tgtEl>
                                            </p:cond>
                                          </p:endCondLst>
                                        </p:cTn>
                                        <p:tgtEl>
                                          <p:sndTgt r:embed="rId5" name="click.wav"/>
                                        </p:tgtEl>
                                      </p:cMediaNode>
                                    </p:audio>
                                  </p:subTnLst>
                                </p:cTn>
                              </p:par>
                              <p:par>
                                <p:cTn id="56" presetID="1" presetClass="emph" presetSubtype="2" fill="hold" nodeType="withEffect">
                                  <p:stCondLst>
                                    <p:cond delay="500"/>
                                  </p:stCondLst>
                                  <p:childTnLst>
                                    <p:animClr clrSpc="rgb" dir="cw">
                                      <p:cBhvr>
                                        <p:cTn id="57" dur="250" fill="hold"/>
                                        <p:tgtEl>
                                          <p:spTgt spid="17"/>
                                        </p:tgtEl>
                                        <p:attrNameLst>
                                          <p:attrName>fillcolor</p:attrName>
                                        </p:attrNameLst>
                                      </p:cBhvr>
                                      <p:to>
                                        <a:schemeClr val="accent1"/>
                                      </p:to>
                                    </p:animClr>
                                    <p:set>
                                      <p:cBhvr>
                                        <p:cTn id="58" dur="250" fill="hold"/>
                                        <p:tgtEl>
                                          <p:spTgt spid="17"/>
                                        </p:tgtEl>
                                        <p:attrNameLst>
                                          <p:attrName>fill.type</p:attrName>
                                        </p:attrNameLst>
                                      </p:cBhvr>
                                      <p:to>
                                        <p:strVal val="solid"/>
                                      </p:to>
                                    </p:set>
                                    <p:set>
                                      <p:cBhvr>
                                        <p:cTn id="59" dur="250" fill="hold"/>
                                        <p:tgtEl>
                                          <p:spTgt spid="17"/>
                                        </p:tgtEl>
                                        <p:attrNameLst>
                                          <p:attrName>fill.on</p:attrName>
                                        </p:attrNameLst>
                                      </p:cBhvr>
                                      <p:to>
                                        <p:strVal val="true"/>
                                      </p:to>
                                    </p:set>
                                  </p:childTnLst>
                                </p:cTn>
                              </p:par>
                              <p:par>
                                <p:cTn id="60" presetID="23" presetClass="entr" presetSubtype="32" fill="hold" nodeType="withEffect">
                                  <p:stCondLst>
                                    <p:cond delay="500"/>
                                  </p:stCondLst>
                                  <p:childTnLst>
                                    <p:set>
                                      <p:cBhvr>
                                        <p:cTn id="61" dur="1" fill="hold">
                                          <p:stCondLst>
                                            <p:cond delay="0"/>
                                          </p:stCondLst>
                                        </p:cTn>
                                        <p:tgtEl>
                                          <p:spTgt spid="19"/>
                                        </p:tgtEl>
                                        <p:attrNameLst>
                                          <p:attrName>style.visibility</p:attrName>
                                        </p:attrNameLst>
                                      </p:cBhvr>
                                      <p:to>
                                        <p:strVal val="visible"/>
                                      </p:to>
                                    </p:set>
                                    <p:anim calcmode="lin" valueType="num">
                                      <p:cBhvr>
                                        <p:cTn id="62" dur="250" fill="hold"/>
                                        <p:tgtEl>
                                          <p:spTgt spid="19"/>
                                        </p:tgtEl>
                                        <p:attrNameLst>
                                          <p:attrName>ppt_w</p:attrName>
                                        </p:attrNameLst>
                                      </p:cBhvr>
                                      <p:tavLst>
                                        <p:tav tm="0">
                                          <p:val>
                                            <p:strVal val="4*#ppt_w"/>
                                          </p:val>
                                        </p:tav>
                                        <p:tav tm="100000">
                                          <p:val>
                                            <p:strVal val="#ppt_w"/>
                                          </p:val>
                                        </p:tav>
                                      </p:tavLst>
                                    </p:anim>
                                    <p:anim calcmode="lin" valueType="num">
                                      <p:cBhvr>
                                        <p:cTn id="63" dur="250" fill="hold"/>
                                        <p:tgtEl>
                                          <p:spTgt spid="19"/>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60"/>
                                            </p:cond>
                                          </p:stCondLst>
                                          <p:endCondLst>
                                            <p:cond evt="onStopAudio" delay="0">
                                              <p:tgtEl>
                                                <p:sldTgt/>
                                              </p:tgtEl>
                                            </p:cond>
                                          </p:endCondLst>
                                        </p:cTn>
                                        <p:tgtEl>
                                          <p:sndTgt r:embed="rId7" name="Wrong Buzzer.wav"/>
                                        </p:tgtEl>
                                      </p:cMediaNode>
                                    </p:audio>
                                  </p:subTnLst>
                                </p:cTn>
                              </p:par>
                            </p:childTnLst>
                          </p:cTn>
                        </p:par>
                      </p:childTnLst>
                    </p:cTn>
                  </p:par>
                </p:childTnLst>
              </p:cTn>
              <p:nextCondLst>
                <p:cond evt="onClick" delay="0">
                  <p:tgtEl>
                    <p:spTgt spid="17"/>
                  </p:tgtEl>
                </p:cond>
              </p:nextCondLst>
            </p:seq>
            <p:seq concurrent="1" nextAc="seek">
              <p:cTn id="64" restart="whenNotActive" fill="hold" evtFilter="cancelBubble" nodeType="interactiveSeq">
                <p:stCondLst>
                  <p:cond evt="onClick" delay="0">
                    <p:tgtEl>
                      <p:spTgt spid="20"/>
                    </p:tgtEl>
                  </p:cond>
                </p:stCondLst>
                <p:endSync evt="end" delay="0">
                  <p:rtn val="all"/>
                </p:endSync>
                <p:childTnLst>
                  <p:par>
                    <p:cTn id="65" fill="hold">
                      <p:stCondLst>
                        <p:cond delay="0"/>
                      </p:stCondLst>
                      <p:childTnLst>
                        <p:par>
                          <p:cTn id="66" fill="hold">
                            <p:stCondLst>
                              <p:cond delay="0"/>
                            </p:stCondLst>
                            <p:childTnLst>
                              <p:par>
                                <p:cTn id="67" presetID="1" presetClass="emph" presetSubtype="2" fill="hold" nodeType="withEffect">
                                  <p:stCondLst>
                                    <p:cond delay="0"/>
                                  </p:stCondLst>
                                  <p:childTnLst>
                                    <p:animClr clrSpc="rgb" dir="cw">
                                      <p:cBhvr>
                                        <p:cTn id="68" dur="250" fill="hold"/>
                                        <p:tgtEl>
                                          <p:spTgt spid="20"/>
                                        </p:tgtEl>
                                        <p:attrNameLst>
                                          <p:attrName>fillcolor</p:attrName>
                                        </p:attrNameLst>
                                      </p:cBhvr>
                                      <p:to>
                                        <a:schemeClr val="accent1"/>
                                      </p:to>
                                    </p:animClr>
                                    <p:set>
                                      <p:cBhvr>
                                        <p:cTn id="69" dur="250" fill="hold"/>
                                        <p:tgtEl>
                                          <p:spTgt spid="20"/>
                                        </p:tgtEl>
                                        <p:attrNameLst>
                                          <p:attrName>fill.type</p:attrName>
                                        </p:attrNameLst>
                                      </p:cBhvr>
                                      <p:to>
                                        <p:strVal val="solid"/>
                                      </p:to>
                                    </p:set>
                                    <p:set>
                                      <p:cBhvr>
                                        <p:cTn id="70" dur="250" fill="hold"/>
                                        <p:tgtEl>
                                          <p:spTgt spid="20"/>
                                        </p:tgtEl>
                                        <p:attrNameLst>
                                          <p:attrName>fill.on</p:attrName>
                                        </p:attrNameLst>
                                      </p:cBhvr>
                                      <p:to>
                                        <p:strVal val="true"/>
                                      </p:to>
                                    </p:set>
                                  </p:childTnLst>
                                  <p:subTnLst>
                                    <p:audio>
                                      <p:cMediaNode>
                                        <p:cTn display="0" masterRel="sameClick">
                                          <p:stCondLst>
                                            <p:cond evt="begin" delay="0">
                                              <p:tn val="67"/>
                                            </p:cond>
                                          </p:stCondLst>
                                          <p:endCondLst>
                                            <p:cond evt="onStopAudio" delay="0">
                                              <p:tgtEl>
                                                <p:sldTgt/>
                                              </p:tgtEl>
                                            </p:cond>
                                          </p:endCondLst>
                                        </p:cTn>
                                        <p:tgtEl>
                                          <p:sndTgt r:embed="rId5" name="click.wav"/>
                                        </p:tgtEl>
                                      </p:cMediaNode>
                                    </p:audio>
                                  </p:subTnLst>
                                </p:cTn>
                              </p:par>
                              <p:par>
                                <p:cTn id="71" presetID="1" presetClass="emph" presetSubtype="2" fill="hold" nodeType="withEffect">
                                  <p:stCondLst>
                                    <p:cond delay="500"/>
                                  </p:stCondLst>
                                  <p:childTnLst>
                                    <p:animClr clrSpc="rgb" dir="cw">
                                      <p:cBhvr>
                                        <p:cTn id="72" dur="250" fill="hold"/>
                                        <p:tgtEl>
                                          <p:spTgt spid="20"/>
                                        </p:tgtEl>
                                        <p:attrNameLst>
                                          <p:attrName>fillcolor</p:attrName>
                                        </p:attrNameLst>
                                      </p:cBhvr>
                                      <p:to>
                                        <a:schemeClr val="accent1"/>
                                      </p:to>
                                    </p:animClr>
                                    <p:set>
                                      <p:cBhvr>
                                        <p:cTn id="73" dur="250" fill="hold"/>
                                        <p:tgtEl>
                                          <p:spTgt spid="20"/>
                                        </p:tgtEl>
                                        <p:attrNameLst>
                                          <p:attrName>fill.type</p:attrName>
                                        </p:attrNameLst>
                                      </p:cBhvr>
                                      <p:to>
                                        <p:strVal val="solid"/>
                                      </p:to>
                                    </p:set>
                                    <p:set>
                                      <p:cBhvr>
                                        <p:cTn id="74" dur="250" fill="hold"/>
                                        <p:tgtEl>
                                          <p:spTgt spid="20"/>
                                        </p:tgtEl>
                                        <p:attrNameLst>
                                          <p:attrName>fill.on</p:attrName>
                                        </p:attrNameLst>
                                      </p:cBhvr>
                                      <p:to>
                                        <p:strVal val="true"/>
                                      </p:to>
                                    </p:set>
                                  </p:childTnLst>
                                </p:cTn>
                              </p:par>
                              <p:par>
                                <p:cTn id="75" presetID="23" presetClass="entr" presetSubtype="32" fill="hold" nodeType="withEffect">
                                  <p:stCondLst>
                                    <p:cond delay="500"/>
                                  </p:stCondLst>
                                  <p:childTnLst>
                                    <p:set>
                                      <p:cBhvr>
                                        <p:cTn id="76" dur="1" fill="hold">
                                          <p:stCondLst>
                                            <p:cond delay="0"/>
                                          </p:stCondLst>
                                        </p:cTn>
                                        <p:tgtEl>
                                          <p:spTgt spid="21"/>
                                        </p:tgtEl>
                                        <p:attrNameLst>
                                          <p:attrName>style.visibility</p:attrName>
                                        </p:attrNameLst>
                                      </p:cBhvr>
                                      <p:to>
                                        <p:strVal val="visible"/>
                                      </p:to>
                                    </p:set>
                                    <p:anim calcmode="lin" valueType="num">
                                      <p:cBhvr>
                                        <p:cTn id="77" dur="250" fill="hold"/>
                                        <p:tgtEl>
                                          <p:spTgt spid="21"/>
                                        </p:tgtEl>
                                        <p:attrNameLst>
                                          <p:attrName>ppt_w</p:attrName>
                                        </p:attrNameLst>
                                      </p:cBhvr>
                                      <p:tavLst>
                                        <p:tav tm="0">
                                          <p:val>
                                            <p:strVal val="4*#ppt_w"/>
                                          </p:val>
                                        </p:tav>
                                        <p:tav tm="100000">
                                          <p:val>
                                            <p:strVal val="#ppt_w"/>
                                          </p:val>
                                        </p:tav>
                                      </p:tavLst>
                                    </p:anim>
                                    <p:anim calcmode="lin" valueType="num">
                                      <p:cBhvr>
                                        <p:cTn id="78" dur="250" fill="hold"/>
                                        <p:tgtEl>
                                          <p:spTgt spid="21"/>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75"/>
                                            </p:cond>
                                          </p:stCondLst>
                                          <p:endCondLst>
                                            <p:cond evt="onStopAudio" delay="0">
                                              <p:tgtEl>
                                                <p:sldTgt/>
                                              </p:tgtEl>
                                            </p:cond>
                                          </p:endCondLst>
                                        </p:cTn>
                                        <p:tgtEl>
                                          <p:sndTgt r:embed="rId7" name="Wrong Buzzer.wav"/>
                                        </p:tgtEl>
                                      </p:cMediaNode>
                                    </p:audio>
                                  </p:subTnLst>
                                </p:cTn>
                              </p:par>
                            </p:childTnLst>
                          </p:cTn>
                        </p:par>
                      </p:childTnLst>
                    </p:cTn>
                  </p:par>
                </p:childTnLst>
              </p:cTn>
              <p:nextCondLst>
                <p:cond evt="onClick" delay="0">
                  <p:tgtEl>
                    <p:spTgt spid="20"/>
                  </p:tgtEl>
                </p:cond>
              </p:nextCondLst>
            </p:seq>
          </p:childTnLst>
        </p:cTn>
      </p:par>
    </p:tnLst>
    <p:bldLst>
      <p:bldP spid="16" grpId="0" animBg="1"/>
      <p:bldP spid="17" grpId="0" animBg="1"/>
      <p:bldP spid="20" grpId="0" animBg="1"/>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descr="Cloud Clip Art at Clker.com - vector clip art online, royalty free &amp;amp; public  domain"/>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21688" y="507581"/>
            <a:ext cx="1820975" cy="100760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Cloud Clip Art at Clker.com - vector clip art online, royalty free &amp;amp; public  domain"/>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180615" y="76200"/>
            <a:ext cx="2003073" cy="110836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 y="0"/>
            <a:ext cx="12161839" cy="6858000"/>
          </a:xfrm>
          <a:prstGeom prst="rect">
            <a:avLst/>
          </a:prstGeom>
        </p:spPr>
      </p:pic>
      <p:pic>
        <p:nvPicPr>
          <p:cNvPr id="11" name="Tieng-song-bien-www_nhacchuongvui_com.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929481" y="1981200"/>
            <a:ext cx="609600" cy="609600"/>
          </a:xfrm>
          <a:prstGeom prst="rect">
            <a:avLst/>
          </a:prstGeom>
        </p:spPr>
      </p:pic>
      <p:pic>
        <p:nvPicPr>
          <p:cNvPr id="1026" name="Picture 2" descr="Cloud Clip Art at Clker.com - vector clip art online, royalty free &amp;amp; public  domain"/>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0275394" y="76200"/>
            <a:ext cx="1368125" cy="75703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Cloud Clip Art at Clker.com - vector clip art online, royalty free &amp;amp; public  domain"/>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520606" y="353013"/>
            <a:ext cx="2003073" cy="110836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hlinkClick r:id="rId13" action="ppaction://hlinksldjump"/>
          </p:cNvPr>
          <p:cNvPicPr>
            <a:picLocks noChangeAspect="1"/>
          </p:cNvPicPr>
          <p:nvPr/>
        </p:nvPicPr>
        <p:blipFill rotWithShape="1">
          <a:blip r:embed="rId14" cstate="print">
            <a:extLst>
              <a:ext uri="{28A0092B-C50C-407E-A947-70E740481C1C}">
                <a14:useLocalDpi xmlns:a14="http://schemas.microsoft.com/office/drawing/2010/main" val="0"/>
              </a:ext>
            </a:extLst>
          </a:blip>
          <a:srcRect l="17538" t="8029" r="13438" b="24064"/>
          <a:stretch/>
        </p:blipFill>
        <p:spPr>
          <a:xfrm>
            <a:off x="20708" y="5556763"/>
            <a:ext cx="1763530" cy="1301237"/>
          </a:xfrm>
          <a:prstGeom prst="rect">
            <a:avLst/>
          </a:prstGeom>
        </p:spPr>
      </p:pic>
      <p:sp>
        <p:nvSpPr>
          <p:cNvPr id="12" name="Rectangle 11"/>
          <p:cNvSpPr/>
          <p:nvPr/>
        </p:nvSpPr>
        <p:spPr>
          <a:xfrm>
            <a:off x="1549317" y="4221949"/>
            <a:ext cx="8851392" cy="921551"/>
          </a:xfrm>
          <a:prstGeom prst="rect">
            <a:avLst/>
          </a:prstGeom>
          <a:solidFill>
            <a:srgbClr val="FFFFFF"/>
          </a:solidFill>
          <a:ln w="28575" cap="flat" cmpd="sng" algn="ctr">
            <a:solidFill>
              <a:schemeClr val="tx1"/>
            </a:solidFill>
            <a:prstDash val="solid"/>
            <a:miter lim="800000"/>
          </a:ln>
          <a:effectLst/>
        </p:spPr>
        <p:txBody>
          <a:bodyPr lIns="121725" tIns="60862" rIns="121725" bIns="60862" rtlCol="0" anchor="ctr"/>
          <a:lstStyle/>
          <a:p>
            <a:pPr lvl="0">
              <a:buClrTx/>
              <a:defRPr/>
            </a:pPr>
            <a:r>
              <a:rPr lang="en-US" sz="4400" smtClean="0">
                <a:solidFill>
                  <a:schemeClr val="accent6"/>
                </a:solidFill>
                <a:latin typeface="Arial-Rounded" pitchFamily="34" charset="0"/>
                <a:ea typeface="Arial-Rounded" pitchFamily="34" charset="0"/>
                <a:cs typeface="Arial-Rounded" pitchFamily="34" charset="0"/>
              </a:rPr>
              <a:t>B</a:t>
            </a:r>
            <a:r>
              <a:rPr lang="vi-VN" sz="4400" smtClean="0">
                <a:solidFill>
                  <a:schemeClr val="accent6"/>
                </a:solidFill>
                <a:latin typeface="Arial-Rounded" pitchFamily="34" charset="0"/>
                <a:ea typeface="Arial-Rounded" pitchFamily="34" charset="0"/>
                <a:cs typeface="Arial-Rounded" pitchFamily="34" charset="0"/>
              </a:rPr>
              <a:t>. </a:t>
            </a:r>
            <a:r>
              <a:rPr lang="en-US" sz="4400">
                <a:solidFill>
                  <a:srgbClr val="002060"/>
                </a:solidFill>
                <a:latin typeface="Arial-Rounded" pitchFamily="34" charset="0"/>
                <a:ea typeface="Arial-Rounded" pitchFamily="34" charset="0"/>
                <a:cs typeface="Arial-Rounded" pitchFamily="34" charset="0"/>
              </a:rPr>
              <a:t>Đ</a:t>
            </a:r>
            <a:endParaRPr lang="vi-VN" sz="4400" dirty="0">
              <a:solidFill>
                <a:srgbClr val="002060"/>
              </a:solidFill>
              <a:latin typeface="Arial-Rounded" pitchFamily="34" charset="0"/>
              <a:ea typeface="Arial-Rounded" pitchFamily="34" charset="0"/>
              <a:cs typeface="Arial-Rounded" pitchFamily="34" charset="0"/>
            </a:endParaRPr>
          </a:p>
        </p:txBody>
      </p:sp>
      <p:sp>
        <p:nvSpPr>
          <p:cNvPr id="16" name="Rectangle 15"/>
          <p:cNvSpPr/>
          <p:nvPr/>
        </p:nvSpPr>
        <p:spPr>
          <a:xfrm>
            <a:off x="1541864" y="5455678"/>
            <a:ext cx="8851392" cy="945122"/>
          </a:xfrm>
          <a:prstGeom prst="rect">
            <a:avLst/>
          </a:prstGeom>
          <a:solidFill>
            <a:srgbClr val="FFFFFF"/>
          </a:solidFill>
          <a:ln w="28575" cap="flat" cmpd="sng" algn="ctr">
            <a:solidFill>
              <a:schemeClr val="tx1"/>
            </a:solidFill>
            <a:prstDash val="solid"/>
            <a:miter lim="800000"/>
          </a:ln>
          <a:effectLst/>
        </p:spPr>
        <p:txBody>
          <a:bodyPr lIns="121725" tIns="60862" rIns="121725" bIns="60862" rtlCol="0" anchor="ctr"/>
          <a:lstStyle/>
          <a:p>
            <a:r>
              <a:rPr lang="en-US" sz="4400" smtClean="0">
                <a:solidFill>
                  <a:schemeClr val="accent6"/>
                </a:solidFill>
                <a:latin typeface="Arial-Rounded" pitchFamily="34" charset="0"/>
                <a:ea typeface="Arial-Rounded" pitchFamily="34" charset="0"/>
                <a:cs typeface="Arial-Rounded" pitchFamily="34" charset="0"/>
              </a:rPr>
              <a:t>C. </a:t>
            </a:r>
            <a:r>
              <a:rPr lang="en-US" sz="4400" smtClean="0">
                <a:solidFill>
                  <a:srgbClr val="002060"/>
                </a:solidFill>
                <a:latin typeface="Arial-Rounded" pitchFamily="34" charset="0"/>
                <a:ea typeface="Arial-Rounded" pitchFamily="34" charset="0"/>
                <a:cs typeface="Arial-Rounded" pitchFamily="34" charset="0"/>
              </a:rPr>
              <a:t>S</a:t>
            </a:r>
            <a:endParaRPr lang="en-US" sz="4400" dirty="0">
              <a:solidFill>
                <a:srgbClr val="002060"/>
              </a:solidFill>
              <a:latin typeface="Arial-Rounded" pitchFamily="34" charset="0"/>
              <a:ea typeface="Arial-Rounded" pitchFamily="34" charset="0"/>
              <a:cs typeface="Arial-Rounded" pitchFamily="34" charset="0"/>
            </a:endParaRPr>
          </a:p>
        </p:txBody>
      </p:sp>
      <p:pic>
        <p:nvPicPr>
          <p:cNvPr id="17" name="Picture 16"/>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397622" y="4281888"/>
            <a:ext cx="798097" cy="782741"/>
          </a:xfrm>
          <a:prstGeom prst="rect">
            <a:avLst/>
          </a:prstGeom>
        </p:spPr>
      </p:pic>
      <p:pic>
        <p:nvPicPr>
          <p:cNvPr id="18" name="Picture 17"/>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314254" y="5525978"/>
            <a:ext cx="807556" cy="778352"/>
          </a:xfrm>
          <a:prstGeom prst="rect">
            <a:avLst/>
          </a:prstGeom>
        </p:spPr>
      </p:pic>
      <p:sp>
        <p:nvSpPr>
          <p:cNvPr id="19" name="Rectangle 18"/>
          <p:cNvSpPr/>
          <p:nvPr/>
        </p:nvSpPr>
        <p:spPr>
          <a:xfrm>
            <a:off x="1546833" y="3005679"/>
            <a:ext cx="8851392" cy="918621"/>
          </a:xfrm>
          <a:prstGeom prst="rect">
            <a:avLst/>
          </a:prstGeom>
          <a:solidFill>
            <a:srgbClr val="FFFFFF"/>
          </a:solidFill>
          <a:ln w="28575" cap="flat" cmpd="sng" algn="ctr">
            <a:solidFill>
              <a:schemeClr val="tx1"/>
            </a:solidFill>
            <a:prstDash val="solid"/>
            <a:miter lim="800000"/>
          </a:ln>
          <a:effectLst/>
        </p:spPr>
        <p:txBody>
          <a:bodyPr lIns="121725" tIns="60862" rIns="121725" bIns="60862" rtlCol="0" anchor="ctr"/>
          <a:lstStyle/>
          <a:p>
            <a:r>
              <a:rPr lang="en-US" sz="4400" dirty="0">
                <a:solidFill>
                  <a:schemeClr val="accent6"/>
                </a:solidFill>
                <a:latin typeface="Arial-Rounded" pitchFamily="34" charset="0"/>
                <a:ea typeface="Arial-Rounded" pitchFamily="34" charset="0"/>
                <a:cs typeface="Arial-Rounded" pitchFamily="34" charset="0"/>
              </a:rPr>
              <a:t>A</a:t>
            </a:r>
            <a:r>
              <a:rPr lang="en-US" sz="4400">
                <a:solidFill>
                  <a:schemeClr val="accent6"/>
                </a:solidFill>
                <a:latin typeface="Arial-Rounded" pitchFamily="34" charset="0"/>
                <a:ea typeface="Arial-Rounded" pitchFamily="34" charset="0"/>
                <a:cs typeface="Arial-Rounded" pitchFamily="34" charset="0"/>
              </a:rPr>
              <a:t>. </a:t>
            </a:r>
            <a:r>
              <a:rPr lang="en-US" sz="4400" smtClean="0">
                <a:solidFill>
                  <a:srgbClr val="002060"/>
                </a:solidFill>
                <a:latin typeface="Arial-Rounded" pitchFamily="34" charset="0"/>
                <a:ea typeface="Arial-Rounded" pitchFamily="34" charset="0"/>
                <a:cs typeface="Arial-Rounded" pitchFamily="34" charset="0"/>
              </a:rPr>
              <a:t>S</a:t>
            </a:r>
            <a:endParaRPr lang="en-US" sz="4400" dirty="0">
              <a:solidFill>
                <a:srgbClr val="002060"/>
              </a:solidFill>
              <a:latin typeface="Arial-Rounded" pitchFamily="34" charset="0"/>
              <a:ea typeface="Arial-Rounded" pitchFamily="34" charset="0"/>
              <a:cs typeface="Arial-Rounded" pitchFamily="34" charset="0"/>
            </a:endParaRPr>
          </a:p>
        </p:txBody>
      </p:sp>
      <p:pic>
        <p:nvPicPr>
          <p:cNvPr id="20" name="Picture 19"/>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314254" y="3082634"/>
            <a:ext cx="807556" cy="778352"/>
          </a:xfrm>
          <a:prstGeom prst="rect">
            <a:avLst/>
          </a:prstGeom>
        </p:spPr>
      </p:pic>
      <p:sp>
        <p:nvSpPr>
          <p:cNvPr id="21" name="Rectangle 20"/>
          <p:cNvSpPr/>
          <p:nvPr/>
        </p:nvSpPr>
        <p:spPr>
          <a:xfrm>
            <a:off x="1280319" y="990560"/>
            <a:ext cx="9525000" cy="861576"/>
          </a:xfrm>
          <a:prstGeom prst="rect">
            <a:avLst/>
          </a:prstGeom>
          <a:solidFill>
            <a:schemeClr val="accent6"/>
          </a:solidFill>
        </p:spPr>
        <p:txBody>
          <a:bodyPr wrap="square" lIns="121725" tIns="60862" rIns="121725" bIns="60862">
            <a:spAutoFit/>
          </a:bodyPr>
          <a:lstStyle/>
          <a:p>
            <a:pPr algn="ctr"/>
            <a:r>
              <a:rPr lang="en-US" sz="4800" b="1" smtClean="0">
                <a:solidFill>
                  <a:schemeClr val="bg1"/>
                </a:solidFill>
                <a:latin typeface="Arial-Rounded" pitchFamily="34" charset="0"/>
                <a:ea typeface="Arial-Rounded" pitchFamily="34" charset="0"/>
                <a:cs typeface="Arial-Rounded" pitchFamily="34" charset="0"/>
              </a:rPr>
              <a:t>Câu hỏi</a:t>
            </a:r>
            <a:endParaRPr lang="en-US" sz="4800" b="1" dirty="0">
              <a:solidFill>
                <a:schemeClr val="bg1"/>
              </a:solidFill>
              <a:latin typeface="Arial-Rounded" pitchFamily="34" charset="0"/>
              <a:ea typeface="Arial-Rounded" pitchFamily="34" charset="0"/>
              <a:cs typeface="Arial-Rounded" pitchFamily="34" charset="0"/>
            </a:endParaRPr>
          </a:p>
        </p:txBody>
      </p:sp>
    </p:spTree>
    <p:extLst>
      <p:ext uri="{BB962C8B-B14F-4D97-AF65-F5344CB8AC3E}">
        <p14:creationId xmlns:p14="http://schemas.microsoft.com/office/powerpoint/2010/main" val="4077009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par>
                                <p:cTn id="7" presetID="32" presetClass="emph" presetSubtype="0" repeatCount="indefinite" fill="hold" nodeType="withEffect">
                                  <p:stCondLst>
                                    <p:cond delay="0"/>
                                  </p:stCondLst>
                                  <p:childTnLst>
                                    <p:animRot by="120000">
                                      <p:cBhvr>
                                        <p:cTn id="8" dur="100" fill="hold">
                                          <p:stCondLst>
                                            <p:cond delay="0"/>
                                          </p:stCondLst>
                                        </p:cTn>
                                        <p:tgtEl>
                                          <p:spTgt spid="10"/>
                                        </p:tgtEl>
                                        <p:attrNameLst>
                                          <p:attrName>r</p:attrName>
                                        </p:attrNameLst>
                                      </p:cBhvr>
                                    </p:animRot>
                                    <p:animRot by="-240000">
                                      <p:cBhvr>
                                        <p:cTn id="9" dur="200" fill="hold">
                                          <p:stCondLst>
                                            <p:cond delay="200"/>
                                          </p:stCondLst>
                                        </p:cTn>
                                        <p:tgtEl>
                                          <p:spTgt spid="10"/>
                                        </p:tgtEl>
                                        <p:attrNameLst>
                                          <p:attrName>r</p:attrName>
                                        </p:attrNameLst>
                                      </p:cBhvr>
                                    </p:animRot>
                                    <p:animRot by="240000">
                                      <p:cBhvr>
                                        <p:cTn id="10" dur="200" fill="hold">
                                          <p:stCondLst>
                                            <p:cond delay="400"/>
                                          </p:stCondLst>
                                        </p:cTn>
                                        <p:tgtEl>
                                          <p:spTgt spid="10"/>
                                        </p:tgtEl>
                                        <p:attrNameLst>
                                          <p:attrName>r</p:attrName>
                                        </p:attrNameLst>
                                      </p:cBhvr>
                                    </p:animRot>
                                    <p:animRot by="-240000">
                                      <p:cBhvr>
                                        <p:cTn id="11" dur="200" fill="hold">
                                          <p:stCondLst>
                                            <p:cond delay="600"/>
                                          </p:stCondLst>
                                        </p:cTn>
                                        <p:tgtEl>
                                          <p:spTgt spid="10"/>
                                        </p:tgtEl>
                                        <p:attrNameLst>
                                          <p:attrName>r</p:attrName>
                                        </p:attrNameLst>
                                      </p:cBhvr>
                                    </p:animRot>
                                    <p:animRot by="120000">
                                      <p:cBhvr>
                                        <p:cTn id="12" dur="200" fill="hold">
                                          <p:stCondLst>
                                            <p:cond delay="800"/>
                                          </p:stCondLst>
                                        </p:cTn>
                                        <p:tgtEl>
                                          <p:spTgt spid="10"/>
                                        </p:tgtEl>
                                        <p:attrNameLst>
                                          <p:attrName>r</p:attrName>
                                        </p:attrNameLst>
                                      </p:cBhvr>
                                    </p:animRot>
                                  </p:childTnLst>
                                </p:cTn>
                              </p:par>
                              <p:par>
                                <p:cTn id="13" presetID="16" presetClass="entr" presetSubtype="21"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barn(inVertical)">
                                      <p:cBhvr>
                                        <p:cTn id="15" dur="5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1000" fill="hold"/>
                                        <p:tgtEl>
                                          <p:spTgt spid="12"/>
                                        </p:tgtEl>
                                        <p:attrNameLst>
                                          <p:attrName>ppt_w</p:attrName>
                                        </p:attrNameLst>
                                      </p:cBhvr>
                                      <p:tavLst>
                                        <p:tav tm="0">
                                          <p:val>
                                            <p:strVal val="#ppt_w*0.70"/>
                                          </p:val>
                                        </p:tav>
                                        <p:tav tm="100000">
                                          <p:val>
                                            <p:strVal val="#ppt_w"/>
                                          </p:val>
                                        </p:tav>
                                      </p:tavLst>
                                    </p:anim>
                                    <p:anim calcmode="lin" valueType="num">
                                      <p:cBhvr>
                                        <p:cTn id="21" dur="1000" fill="hold"/>
                                        <p:tgtEl>
                                          <p:spTgt spid="12"/>
                                        </p:tgtEl>
                                        <p:attrNameLst>
                                          <p:attrName>ppt_h</p:attrName>
                                        </p:attrNameLst>
                                      </p:cBhvr>
                                      <p:tavLst>
                                        <p:tav tm="0">
                                          <p:val>
                                            <p:strVal val="#ppt_h"/>
                                          </p:val>
                                        </p:tav>
                                        <p:tav tm="100000">
                                          <p:val>
                                            <p:strVal val="#ppt_h"/>
                                          </p:val>
                                        </p:tav>
                                      </p:tavLst>
                                    </p:anim>
                                    <p:animEffect transition="in" filter="fade">
                                      <p:cBhvr>
                                        <p:cTn id="22" dur="1000"/>
                                        <p:tgtEl>
                                          <p:spTgt spid="12"/>
                                        </p:tgtEl>
                                      </p:cBhvr>
                                    </p:animEffect>
                                  </p:childTnLst>
                                </p:cTn>
                              </p:par>
                              <p:par>
                                <p:cTn id="23" presetID="55"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p:cTn id="25" dur="1000" fill="hold"/>
                                        <p:tgtEl>
                                          <p:spTgt spid="16"/>
                                        </p:tgtEl>
                                        <p:attrNameLst>
                                          <p:attrName>ppt_w</p:attrName>
                                        </p:attrNameLst>
                                      </p:cBhvr>
                                      <p:tavLst>
                                        <p:tav tm="0">
                                          <p:val>
                                            <p:strVal val="#ppt_w*0.70"/>
                                          </p:val>
                                        </p:tav>
                                        <p:tav tm="100000">
                                          <p:val>
                                            <p:strVal val="#ppt_w"/>
                                          </p:val>
                                        </p:tav>
                                      </p:tavLst>
                                    </p:anim>
                                    <p:anim calcmode="lin" valueType="num">
                                      <p:cBhvr>
                                        <p:cTn id="26" dur="1000" fill="hold"/>
                                        <p:tgtEl>
                                          <p:spTgt spid="16"/>
                                        </p:tgtEl>
                                        <p:attrNameLst>
                                          <p:attrName>ppt_h</p:attrName>
                                        </p:attrNameLst>
                                      </p:cBhvr>
                                      <p:tavLst>
                                        <p:tav tm="0">
                                          <p:val>
                                            <p:strVal val="#ppt_h"/>
                                          </p:val>
                                        </p:tav>
                                        <p:tav tm="100000">
                                          <p:val>
                                            <p:strVal val="#ppt_h"/>
                                          </p:val>
                                        </p:tav>
                                      </p:tavLst>
                                    </p:anim>
                                    <p:animEffect transition="in" filter="fade">
                                      <p:cBhvr>
                                        <p:cTn id="27" dur="1000"/>
                                        <p:tgtEl>
                                          <p:spTgt spid="16"/>
                                        </p:tgtEl>
                                      </p:cBhvr>
                                    </p:animEffect>
                                  </p:childTnLst>
                                </p:cTn>
                              </p:par>
                              <p:par>
                                <p:cTn id="28" presetID="55"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p:cTn id="30" dur="1000" fill="hold"/>
                                        <p:tgtEl>
                                          <p:spTgt spid="19"/>
                                        </p:tgtEl>
                                        <p:attrNameLst>
                                          <p:attrName>ppt_w</p:attrName>
                                        </p:attrNameLst>
                                      </p:cBhvr>
                                      <p:tavLst>
                                        <p:tav tm="0">
                                          <p:val>
                                            <p:strVal val="#ppt_w*0.70"/>
                                          </p:val>
                                        </p:tav>
                                        <p:tav tm="100000">
                                          <p:val>
                                            <p:strVal val="#ppt_w"/>
                                          </p:val>
                                        </p:tav>
                                      </p:tavLst>
                                    </p:anim>
                                    <p:anim calcmode="lin" valueType="num">
                                      <p:cBhvr>
                                        <p:cTn id="31" dur="1000" fill="hold"/>
                                        <p:tgtEl>
                                          <p:spTgt spid="19"/>
                                        </p:tgtEl>
                                        <p:attrNameLst>
                                          <p:attrName>ppt_h</p:attrName>
                                        </p:attrNameLst>
                                      </p:cBhvr>
                                      <p:tavLst>
                                        <p:tav tm="0">
                                          <p:val>
                                            <p:strVal val="#ppt_h"/>
                                          </p:val>
                                        </p:tav>
                                        <p:tav tm="100000">
                                          <p:val>
                                            <p:strVal val="#ppt_h"/>
                                          </p:val>
                                        </p:tav>
                                      </p:tavLst>
                                    </p:anim>
                                    <p:animEffect transition="in" filter="fade">
                                      <p:cBhvr>
                                        <p:cTn id="32"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8868" numSld="999">
                <p:cTn id="33" repeatCount="indefinite" fill="hold" display="0">
                  <p:stCondLst>
                    <p:cond delay="indefinite"/>
                  </p:stCondLst>
                  <p:endCondLst>
                    <p:cond evt="onStopAudio" delay="0">
                      <p:tgtEl>
                        <p:sldTgt/>
                      </p:tgtEl>
                    </p:cond>
                  </p:endCondLst>
                </p:cTn>
                <p:tgtEl>
                  <p:spTgt spid="11"/>
                </p:tgtEl>
              </p:cMediaNode>
            </p:audio>
            <p:seq concurrent="1" nextAc="seek">
              <p:cTn id="34" restart="whenNotActive" fill="hold" evtFilter="cancelBubble" nodeType="interactiveSeq">
                <p:stCondLst>
                  <p:cond evt="onClick" delay="0">
                    <p:tgtEl>
                      <p:spTgt spid="12"/>
                    </p:tgtEl>
                  </p:cond>
                </p:stCondLst>
                <p:endSync evt="end" delay="0">
                  <p:rtn val="all"/>
                </p:endSync>
                <p:childTnLst>
                  <p:par>
                    <p:cTn id="35" fill="hold">
                      <p:stCondLst>
                        <p:cond delay="0"/>
                      </p:stCondLst>
                      <p:childTnLst>
                        <p:par>
                          <p:cTn id="36" fill="hold">
                            <p:stCondLst>
                              <p:cond delay="0"/>
                            </p:stCondLst>
                            <p:childTnLst>
                              <p:par>
                                <p:cTn id="37" presetID="1" presetClass="emph" presetSubtype="2" fill="hold" nodeType="withEffect">
                                  <p:stCondLst>
                                    <p:cond delay="0"/>
                                  </p:stCondLst>
                                  <p:childTnLst>
                                    <p:animClr clrSpc="rgb" dir="cw">
                                      <p:cBhvr>
                                        <p:cTn id="38" dur="250" fill="hold"/>
                                        <p:tgtEl>
                                          <p:spTgt spid="12"/>
                                        </p:tgtEl>
                                        <p:attrNameLst>
                                          <p:attrName>fillcolor</p:attrName>
                                        </p:attrNameLst>
                                      </p:cBhvr>
                                      <p:to>
                                        <a:schemeClr val="bg2"/>
                                      </p:to>
                                    </p:animClr>
                                    <p:set>
                                      <p:cBhvr>
                                        <p:cTn id="39" dur="250" fill="hold"/>
                                        <p:tgtEl>
                                          <p:spTgt spid="12"/>
                                        </p:tgtEl>
                                        <p:attrNameLst>
                                          <p:attrName>fill.type</p:attrName>
                                        </p:attrNameLst>
                                      </p:cBhvr>
                                      <p:to>
                                        <p:strVal val="solid"/>
                                      </p:to>
                                    </p:set>
                                    <p:set>
                                      <p:cBhvr>
                                        <p:cTn id="40" dur="250" fill="hold"/>
                                        <p:tgtEl>
                                          <p:spTgt spid="12"/>
                                        </p:tgtEl>
                                        <p:attrNameLst>
                                          <p:attrName>fill.on</p:attrName>
                                        </p:attrNameLst>
                                      </p:cBhvr>
                                      <p:to>
                                        <p:strVal val="true"/>
                                      </p:to>
                                    </p:set>
                                  </p:childTnLst>
                                  <p:subTnLst>
                                    <p:audio>
                                      <p:cMediaNode>
                                        <p:cTn display="0" masterRel="sameClick">
                                          <p:stCondLst>
                                            <p:cond evt="begin" delay="0">
                                              <p:tn val="37"/>
                                            </p:cond>
                                          </p:stCondLst>
                                          <p:endCondLst>
                                            <p:cond evt="onStopAudio" delay="0">
                                              <p:tgtEl>
                                                <p:sldTgt/>
                                              </p:tgtEl>
                                            </p:cond>
                                          </p:endCondLst>
                                        </p:cTn>
                                        <p:tgtEl>
                                          <p:sndTgt r:embed="rId5" name="click.wav"/>
                                        </p:tgtEl>
                                      </p:cMediaNode>
                                    </p:audio>
                                  </p:subTnLst>
                                </p:cTn>
                              </p:par>
                              <p:par>
                                <p:cTn id="41" presetID="1" presetClass="emph" presetSubtype="2" fill="hold" nodeType="withEffect">
                                  <p:stCondLst>
                                    <p:cond delay="500"/>
                                  </p:stCondLst>
                                  <p:childTnLst>
                                    <p:animClr clrSpc="rgb" dir="cw">
                                      <p:cBhvr>
                                        <p:cTn id="42" dur="250" fill="hold"/>
                                        <p:tgtEl>
                                          <p:spTgt spid="12"/>
                                        </p:tgtEl>
                                        <p:attrNameLst>
                                          <p:attrName>fillcolor</p:attrName>
                                        </p:attrNameLst>
                                      </p:cBhvr>
                                      <p:to>
                                        <a:schemeClr val="bg2"/>
                                      </p:to>
                                    </p:animClr>
                                    <p:set>
                                      <p:cBhvr>
                                        <p:cTn id="43" dur="250" fill="hold"/>
                                        <p:tgtEl>
                                          <p:spTgt spid="12"/>
                                        </p:tgtEl>
                                        <p:attrNameLst>
                                          <p:attrName>fill.type</p:attrName>
                                        </p:attrNameLst>
                                      </p:cBhvr>
                                      <p:to>
                                        <p:strVal val="solid"/>
                                      </p:to>
                                    </p:set>
                                    <p:set>
                                      <p:cBhvr>
                                        <p:cTn id="44" dur="250" fill="hold"/>
                                        <p:tgtEl>
                                          <p:spTgt spid="12"/>
                                        </p:tgtEl>
                                        <p:attrNameLst>
                                          <p:attrName>fill.on</p:attrName>
                                        </p:attrNameLst>
                                      </p:cBhvr>
                                      <p:to>
                                        <p:strVal val="true"/>
                                      </p:to>
                                    </p:set>
                                  </p:childTnLst>
                                </p:cTn>
                              </p:par>
                              <p:par>
                                <p:cTn id="45" presetID="23" presetClass="entr" presetSubtype="32" fill="hold" nodeType="withEffect">
                                  <p:stCondLst>
                                    <p:cond delay="500"/>
                                  </p:stCondLst>
                                  <p:childTnLst>
                                    <p:set>
                                      <p:cBhvr>
                                        <p:cTn id="46" dur="1" fill="hold">
                                          <p:stCondLst>
                                            <p:cond delay="0"/>
                                          </p:stCondLst>
                                        </p:cTn>
                                        <p:tgtEl>
                                          <p:spTgt spid="17"/>
                                        </p:tgtEl>
                                        <p:attrNameLst>
                                          <p:attrName>style.visibility</p:attrName>
                                        </p:attrNameLst>
                                      </p:cBhvr>
                                      <p:to>
                                        <p:strVal val="visible"/>
                                      </p:to>
                                    </p:set>
                                    <p:anim calcmode="lin" valueType="num">
                                      <p:cBhvr>
                                        <p:cTn id="47" dur="250" fill="hold"/>
                                        <p:tgtEl>
                                          <p:spTgt spid="17"/>
                                        </p:tgtEl>
                                        <p:attrNameLst>
                                          <p:attrName>ppt_w</p:attrName>
                                        </p:attrNameLst>
                                      </p:cBhvr>
                                      <p:tavLst>
                                        <p:tav tm="0">
                                          <p:val>
                                            <p:strVal val="4*#ppt_w"/>
                                          </p:val>
                                        </p:tav>
                                        <p:tav tm="100000">
                                          <p:val>
                                            <p:strVal val="#ppt_w"/>
                                          </p:val>
                                        </p:tav>
                                      </p:tavLst>
                                    </p:anim>
                                    <p:anim calcmode="lin" valueType="num">
                                      <p:cBhvr>
                                        <p:cTn id="48" dur="250" fill="hold"/>
                                        <p:tgtEl>
                                          <p:spTgt spid="17"/>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45"/>
                                            </p:cond>
                                          </p:stCondLst>
                                          <p:endCondLst>
                                            <p:cond evt="onStopAudio" delay="0">
                                              <p:tgtEl>
                                                <p:sldTgt/>
                                              </p:tgtEl>
                                            </p:cond>
                                          </p:endCondLst>
                                        </p:cTn>
                                        <p:tgtEl>
                                          <p:sndTgt r:embed="rId6" name="Check mark.wav"/>
                                        </p:tgtEl>
                                      </p:cMediaNode>
                                    </p:audio>
                                  </p:subTnLst>
                                </p:cTn>
                              </p:par>
                            </p:childTnLst>
                          </p:cTn>
                        </p:par>
                      </p:childTnLst>
                    </p:cTn>
                  </p:par>
                </p:childTnLst>
              </p:cTn>
              <p:nextCondLst>
                <p:cond evt="onClick" delay="0">
                  <p:tgtEl>
                    <p:spTgt spid="12"/>
                  </p:tgtEl>
                </p:cond>
              </p:nextCondLst>
            </p:seq>
            <p:seq concurrent="1" nextAc="seek">
              <p:cTn id="49" restart="whenNotActive" fill="hold" evtFilter="cancelBubble" nodeType="interactiveSeq">
                <p:stCondLst>
                  <p:cond evt="onClick" delay="0">
                    <p:tgtEl>
                      <p:spTgt spid="16"/>
                    </p:tgtEl>
                  </p:cond>
                </p:stCondLst>
                <p:endSync evt="end" delay="0">
                  <p:rtn val="all"/>
                </p:endSync>
                <p:childTnLst>
                  <p:par>
                    <p:cTn id="50" fill="hold">
                      <p:stCondLst>
                        <p:cond delay="0"/>
                      </p:stCondLst>
                      <p:childTnLst>
                        <p:par>
                          <p:cTn id="51" fill="hold">
                            <p:stCondLst>
                              <p:cond delay="0"/>
                            </p:stCondLst>
                            <p:childTnLst>
                              <p:par>
                                <p:cTn id="52" presetID="1" presetClass="emph" presetSubtype="2" fill="hold" nodeType="withEffect">
                                  <p:stCondLst>
                                    <p:cond delay="0"/>
                                  </p:stCondLst>
                                  <p:childTnLst>
                                    <p:animClr clrSpc="rgb" dir="cw">
                                      <p:cBhvr>
                                        <p:cTn id="53" dur="250" fill="hold"/>
                                        <p:tgtEl>
                                          <p:spTgt spid="16"/>
                                        </p:tgtEl>
                                        <p:attrNameLst>
                                          <p:attrName>fillcolor</p:attrName>
                                        </p:attrNameLst>
                                      </p:cBhvr>
                                      <p:to>
                                        <a:schemeClr val="accent1"/>
                                      </p:to>
                                    </p:animClr>
                                    <p:set>
                                      <p:cBhvr>
                                        <p:cTn id="54" dur="250" fill="hold"/>
                                        <p:tgtEl>
                                          <p:spTgt spid="16"/>
                                        </p:tgtEl>
                                        <p:attrNameLst>
                                          <p:attrName>fill.type</p:attrName>
                                        </p:attrNameLst>
                                      </p:cBhvr>
                                      <p:to>
                                        <p:strVal val="solid"/>
                                      </p:to>
                                    </p:set>
                                    <p:set>
                                      <p:cBhvr>
                                        <p:cTn id="55" dur="250" fill="hold"/>
                                        <p:tgtEl>
                                          <p:spTgt spid="16"/>
                                        </p:tgtEl>
                                        <p:attrNameLst>
                                          <p:attrName>fill.on</p:attrName>
                                        </p:attrNameLst>
                                      </p:cBhvr>
                                      <p:to>
                                        <p:strVal val="true"/>
                                      </p:to>
                                    </p:set>
                                  </p:childTnLst>
                                  <p:subTnLst>
                                    <p:audio>
                                      <p:cMediaNode>
                                        <p:cTn display="0" masterRel="sameClick">
                                          <p:stCondLst>
                                            <p:cond evt="begin" delay="0">
                                              <p:tn val="52"/>
                                            </p:cond>
                                          </p:stCondLst>
                                          <p:endCondLst>
                                            <p:cond evt="onStopAudio" delay="0">
                                              <p:tgtEl>
                                                <p:sldTgt/>
                                              </p:tgtEl>
                                            </p:cond>
                                          </p:endCondLst>
                                        </p:cTn>
                                        <p:tgtEl>
                                          <p:sndTgt r:embed="rId5" name="click.wav"/>
                                        </p:tgtEl>
                                      </p:cMediaNode>
                                    </p:audio>
                                  </p:subTnLst>
                                </p:cTn>
                              </p:par>
                              <p:par>
                                <p:cTn id="56" presetID="1" presetClass="emph" presetSubtype="2" fill="hold" nodeType="withEffect">
                                  <p:stCondLst>
                                    <p:cond delay="500"/>
                                  </p:stCondLst>
                                  <p:childTnLst>
                                    <p:animClr clrSpc="rgb" dir="cw">
                                      <p:cBhvr>
                                        <p:cTn id="57" dur="250" fill="hold"/>
                                        <p:tgtEl>
                                          <p:spTgt spid="16"/>
                                        </p:tgtEl>
                                        <p:attrNameLst>
                                          <p:attrName>fillcolor</p:attrName>
                                        </p:attrNameLst>
                                      </p:cBhvr>
                                      <p:to>
                                        <a:schemeClr val="accent1"/>
                                      </p:to>
                                    </p:animClr>
                                    <p:set>
                                      <p:cBhvr>
                                        <p:cTn id="58" dur="250" fill="hold"/>
                                        <p:tgtEl>
                                          <p:spTgt spid="16"/>
                                        </p:tgtEl>
                                        <p:attrNameLst>
                                          <p:attrName>fill.type</p:attrName>
                                        </p:attrNameLst>
                                      </p:cBhvr>
                                      <p:to>
                                        <p:strVal val="solid"/>
                                      </p:to>
                                    </p:set>
                                    <p:set>
                                      <p:cBhvr>
                                        <p:cTn id="59" dur="250" fill="hold"/>
                                        <p:tgtEl>
                                          <p:spTgt spid="16"/>
                                        </p:tgtEl>
                                        <p:attrNameLst>
                                          <p:attrName>fill.on</p:attrName>
                                        </p:attrNameLst>
                                      </p:cBhvr>
                                      <p:to>
                                        <p:strVal val="true"/>
                                      </p:to>
                                    </p:set>
                                  </p:childTnLst>
                                </p:cTn>
                              </p:par>
                              <p:par>
                                <p:cTn id="60" presetID="23" presetClass="entr" presetSubtype="32" fill="hold" nodeType="withEffect">
                                  <p:stCondLst>
                                    <p:cond delay="500"/>
                                  </p:stCondLst>
                                  <p:childTnLst>
                                    <p:set>
                                      <p:cBhvr>
                                        <p:cTn id="61" dur="1" fill="hold">
                                          <p:stCondLst>
                                            <p:cond delay="0"/>
                                          </p:stCondLst>
                                        </p:cTn>
                                        <p:tgtEl>
                                          <p:spTgt spid="18"/>
                                        </p:tgtEl>
                                        <p:attrNameLst>
                                          <p:attrName>style.visibility</p:attrName>
                                        </p:attrNameLst>
                                      </p:cBhvr>
                                      <p:to>
                                        <p:strVal val="visible"/>
                                      </p:to>
                                    </p:set>
                                    <p:anim calcmode="lin" valueType="num">
                                      <p:cBhvr>
                                        <p:cTn id="62" dur="250" fill="hold"/>
                                        <p:tgtEl>
                                          <p:spTgt spid="18"/>
                                        </p:tgtEl>
                                        <p:attrNameLst>
                                          <p:attrName>ppt_w</p:attrName>
                                        </p:attrNameLst>
                                      </p:cBhvr>
                                      <p:tavLst>
                                        <p:tav tm="0">
                                          <p:val>
                                            <p:strVal val="4*#ppt_w"/>
                                          </p:val>
                                        </p:tav>
                                        <p:tav tm="100000">
                                          <p:val>
                                            <p:strVal val="#ppt_w"/>
                                          </p:val>
                                        </p:tav>
                                      </p:tavLst>
                                    </p:anim>
                                    <p:anim calcmode="lin" valueType="num">
                                      <p:cBhvr>
                                        <p:cTn id="63" dur="250" fill="hold"/>
                                        <p:tgtEl>
                                          <p:spTgt spid="18"/>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60"/>
                                            </p:cond>
                                          </p:stCondLst>
                                          <p:endCondLst>
                                            <p:cond evt="onStopAudio" delay="0">
                                              <p:tgtEl>
                                                <p:sldTgt/>
                                              </p:tgtEl>
                                            </p:cond>
                                          </p:endCondLst>
                                        </p:cTn>
                                        <p:tgtEl>
                                          <p:sndTgt r:embed="rId7" name="Wrong Buzzer.wav"/>
                                        </p:tgtEl>
                                      </p:cMediaNode>
                                    </p:audio>
                                  </p:subTnLst>
                                </p:cTn>
                              </p:par>
                            </p:childTnLst>
                          </p:cTn>
                        </p:par>
                      </p:childTnLst>
                    </p:cTn>
                  </p:par>
                </p:childTnLst>
              </p:cTn>
              <p:nextCondLst>
                <p:cond evt="onClick" delay="0">
                  <p:tgtEl>
                    <p:spTgt spid="16"/>
                  </p:tgtEl>
                </p:cond>
              </p:nextCondLst>
            </p:seq>
            <p:seq concurrent="1" nextAc="seek">
              <p:cTn id="64" restart="whenNotActive" fill="hold" evtFilter="cancelBubble" nodeType="interactiveSeq">
                <p:stCondLst>
                  <p:cond evt="onClick" delay="0">
                    <p:tgtEl>
                      <p:spTgt spid="19"/>
                    </p:tgtEl>
                  </p:cond>
                </p:stCondLst>
                <p:endSync evt="end" delay="0">
                  <p:rtn val="all"/>
                </p:endSync>
                <p:childTnLst>
                  <p:par>
                    <p:cTn id="65" fill="hold">
                      <p:stCondLst>
                        <p:cond delay="0"/>
                      </p:stCondLst>
                      <p:childTnLst>
                        <p:par>
                          <p:cTn id="66" fill="hold">
                            <p:stCondLst>
                              <p:cond delay="0"/>
                            </p:stCondLst>
                            <p:childTnLst>
                              <p:par>
                                <p:cTn id="67" presetID="1" presetClass="emph" presetSubtype="2" fill="hold" nodeType="withEffect">
                                  <p:stCondLst>
                                    <p:cond delay="0"/>
                                  </p:stCondLst>
                                  <p:childTnLst>
                                    <p:animClr clrSpc="rgb" dir="cw">
                                      <p:cBhvr>
                                        <p:cTn id="68" dur="250" fill="hold"/>
                                        <p:tgtEl>
                                          <p:spTgt spid="19"/>
                                        </p:tgtEl>
                                        <p:attrNameLst>
                                          <p:attrName>fillcolor</p:attrName>
                                        </p:attrNameLst>
                                      </p:cBhvr>
                                      <p:to>
                                        <a:schemeClr val="accent1"/>
                                      </p:to>
                                    </p:animClr>
                                    <p:set>
                                      <p:cBhvr>
                                        <p:cTn id="69" dur="250" fill="hold"/>
                                        <p:tgtEl>
                                          <p:spTgt spid="19"/>
                                        </p:tgtEl>
                                        <p:attrNameLst>
                                          <p:attrName>fill.type</p:attrName>
                                        </p:attrNameLst>
                                      </p:cBhvr>
                                      <p:to>
                                        <p:strVal val="solid"/>
                                      </p:to>
                                    </p:set>
                                    <p:set>
                                      <p:cBhvr>
                                        <p:cTn id="70" dur="250" fill="hold"/>
                                        <p:tgtEl>
                                          <p:spTgt spid="19"/>
                                        </p:tgtEl>
                                        <p:attrNameLst>
                                          <p:attrName>fill.on</p:attrName>
                                        </p:attrNameLst>
                                      </p:cBhvr>
                                      <p:to>
                                        <p:strVal val="true"/>
                                      </p:to>
                                    </p:set>
                                  </p:childTnLst>
                                  <p:subTnLst>
                                    <p:audio>
                                      <p:cMediaNode>
                                        <p:cTn display="0" masterRel="sameClick">
                                          <p:stCondLst>
                                            <p:cond evt="begin" delay="0">
                                              <p:tn val="67"/>
                                            </p:cond>
                                          </p:stCondLst>
                                          <p:endCondLst>
                                            <p:cond evt="onStopAudio" delay="0">
                                              <p:tgtEl>
                                                <p:sldTgt/>
                                              </p:tgtEl>
                                            </p:cond>
                                          </p:endCondLst>
                                        </p:cTn>
                                        <p:tgtEl>
                                          <p:sndTgt r:embed="rId5" name="click.wav"/>
                                        </p:tgtEl>
                                      </p:cMediaNode>
                                    </p:audio>
                                  </p:subTnLst>
                                </p:cTn>
                              </p:par>
                              <p:par>
                                <p:cTn id="71" presetID="1" presetClass="emph" presetSubtype="2" fill="hold" nodeType="withEffect">
                                  <p:stCondLst>
                                    <p:cond delay="500"/>
                                  </p:stCondLst>
                                  <p:childTnLst>
                                    <p:animClr clrSpc="rgb" dir="cw">
                                      <p:cBhvr>
                                        <p:cTn id="72" dur="250" fill="hold"/>
                                        <p:tgtEl>
                                          <p:spTgt spid="19"/>
                                        </p:tgtEl>
                                        <p:attrNameLst>
                                          <p:attrName>fillcolor</p:attrName>
                                        </p:attrNameLst>
                                      </p:cBhvr>
                                      <p:to>
                                        <a:schemeClr val="accent1"/>
                                      </p:to>
                                    </p:animClr>
                                    <p:set>
                                      <p:cBhvr>
                                        <p:cTn id="73" dur="250" fill="hold"/>
                                        <p:tgtEl>
                                          <p:spTgt spid="19"/>
                                        </p:tgtEl>
                                        <p:attrNameLst>
                                          <p:attrName>fill.type</p:attrName>
                                        </p:attrNameLst>
                                      </p:cBhvr>
                                      <p:to>
                                        <p:strVal val="solid"/>
                                      </p:to>
                                    </p:set>
                                    <p:set>
                                      <p:cBhvr>
                                        <p:cTn id="74" dur="250" fill="hold"/>
                                        <p:tgtEl>
                                          <p:spTgt spid="19"/>
                                        </p:tgtEl>
                                        <p:attrNameLst>
                                          <p:attrName>fill.on</p:attrName>
                                        </p:attrNameLst>
                                      </p:cBhvr>
                                      <p:to>
                                        <p:strVal val="true"/>
                                      </p:to>
                                    </p:set>
                                  </p:childTnLst>
                                </p:cTn>
                              </p:par>
                              <p:par>
                                <p:cTn id="75" presetID="23" presetClass="entr" presetSubtype="32" fill="hold" nodeType="withEffect">
                                  <p:stCondLst>
                                    <p:cond delay="500"/>
                                  </p:stCondLst>
                                  <p:childTnLst>
                                    <p:set>
                                      <p:cBhvr>
                                        <p:cTn id="76" dur="1" fill="hold">
                                          <p:stCondLst>
                                            <p:cond delay="0"/>
                                          </p:stCondLst>
                                        </p:cTn>
                                        <p:tgtEl>
                                          <p:spTgt spid="20"/>
                                        </p:tgtEl>
                                        <p:attrNameLst>
                                          <p:attrName>style.visibility</p:attrName>
                                        </p:attrNameLst>
                                      </p:cBhvr>
                                      <p:to>
                                        <p:strVal val="visible"/>
                                      </p:to>
                                    </p:set>
                                    <p:anim calcmode="lin" valueType="num">
                                      <p:cBhvr>
                                        <p:cTn id="77" dur="250" fill="hold"/>
                                        <p:tgtEl>
                                          <p:spTgt spid="20"/>
                                        </p:tgtEl>
                                        <p:attrNameLst>
                                          <p:attrName>ppt_w</p:attrName>
                                        </p:attrNameLst>
                                      </p:cBhvr>
                                      <p:tavLst>
                                        <p:tav tm="0">
                                          <p:val>
                                            <p:strVal val="4*#ppt_w"/>
                                          </p:val>
                                        </p:tav>
                                        <p:tav tm="100000">
                                          <p:val>
                                            <p:strVal val="#ppt_w"/>
                                          </p:val>
                                        </p:tav>
                                      </p:tavLst>
                                    </p:anim>
                                    <p:anim calcmode="lin" valueType="num">
                                      <p:cBhvr>
                                        <p:cTn id="78" dur="250" fill="hold"/>
                                        <p:tgtEl>
                                          <p:spTgt spid="20"/>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75"/>
                                            </p:cond>
                                          </p:stCondLst>
                                          <p:endCondLst>
                                            <p:cond evt="onStopAudio" delay="0">
                                              <p:tgtEl>
                                                <p:sldTgt/>
                                              </p:tgtEl>
                                            </p:cond>
                                          </p:endCondLst>
                                        </p:cTn>
                                        <p:tgtEl>
                                          <p:sndTgt r:embed="rId7" name="Wrong Buzzer.wav"/>
                                        </p:tgtEl>
                                      </p:cMediaNode>
                                    </p:audio>
                                  </p:subTnLst>
                                </p:cTn>
                              </p:par>
                            </p:childTnLst>
                          </p:cTn>
                        </p:par>
                      </p:childTnLst>
                    </p:cTn>
                  </p:par>
                </p:childTnLst>
              </p:cTn>
              <p:nextCondLst>
                <p:cond evt="onClick" delay="0">
                  <p:tgtEl>
                    <p:spTgt spid="19"/>
                  </p:tgtEl>
                </p:cond>
              </p:nextCondLst>
            </p:seq>
          </p:childTnLst>
        </p:cTn>
      </p:par>
    </p:tnLst>
    <p:bldLst>
      <p:bldP spid="12" grpId="0" animBg="1"/>
      <p:bldP spid="16" grpId="0" animBg="1"/>
      <p:bldP spid="19" grpId="0" animBg="1"/>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descr="Cloud Clip Art at Clker.com - vector clip art online, royalty free &amp;amp; public  domain"/>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21688" y="507581"/>
            <a:ext cx="1820975" cy="100760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Cloud Clip Art at Clker.com - vector clip art online, royalty free &amp;amp; public  domain"/>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180615" y="76200"/>
            <a:ext cx="2003073" cy="110836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 y="0"/>
            <a:ext cx="12161839" cy="6858000"/>
          </a:xfrm>
          <a:prstGeom prst="rect">
            <a:avLst/>
          </a:prstGeom>
        </p:spPr>
      </p:pic>
      <p:pic>
        <p:nvPicPr>
          <p:cNvPr id="11" name="Tieng-song-bien-www_nhacchuongvui_com.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929481" y="1981200"/>
            <a:ext cx="609600" cy="609600"/>
          </a:xfrm>
          <a:prstGeom prst="rect">
            <a:avLst/>
          </a:prstGeom>
        </p:spPr>
      </p:pic>
      <p:pic>
        <p:nvPicPr>
          <p:cNvPr id="1026" name="Picture 2" descr="Cloud Clip Art at Clker.com - vector clip art online, royalty free &amp;amp; public  domain"/>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0275394" y="76200"/>
            <a:ext cx="1368125" cy="75703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Cloud Clip Art at Clker.com - vector clip art online, royalty free &amp;amp; public  domain"/>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520606" y="353013"/>
            <a:ext cx="2003073" cy="110836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hlinkClick r:id="rId13" action="ppaction://hlinksldjump"/>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265274" y="5396471"/>
            <a:ext cx="935845" cy="1249420"/>
          </a:xfrm>
          <a:prstGeom prst="rect">
            <a:avLst/>
          </a:prstGeom>
        </p:spPr>
      </p:pic>
      <p:sp>
        <p:nvSpPr>
          <p:cNvPr id="12" name="Rectangle 11"/>
          <p:cNvSpPr/>
          <p:nvPr/>
        </p:nvSpPr>
        <p:spPr>
          <a:xfrm>
            <a:off x="1549317" y="3048000"/>
            <a:ext cx="8851392" cy="921551"/>
          </a:xfrm>
          <a:prstGeom prst="rect">
            <a:avLst/>
          </a:prstGeom>
          <a:solidFill>
            <a:srgbClr val="FFFFFF"/>
          </a:solidFill>
          <a:ln w="28575" cap="flat" cmpd="sng" algn="ctr">
            <a:solidFill>
              <a:schemeClr val="tx1"/>
            </a:solidFill>
            <a:prstDash val="solid"/>
            <a:miter lim="800000"/>
          </a:ln>
          <a:effectLst/>
        </p:spPr>
        <p:txBody>
          <a:bodyPr lIns="121725" tIns="60862" rIns="121725" bIns="60862" rtlCol="0" anchor="ctr"/>
          <a:lstStyle/>
          <a:p>
            <a:pPr lvl="0">
              <a:buClrTx/>
              <a:defRPr/>
            </a:pPr>
            <a:r>
              <a:rPr lang="en-US" sz="4400">
                <a:solidFill>
                  <a:schemeClr val="accent6"/>
                </a:solidFill>
                <a:latin typeface="Arial-Rounded" pitchFamily="34" charset="0"/>
                <a:ea typeface="Arial-Rounded" pitchFamily="34" charset="0"/>
                <a:cs typeface="Arial-Rounded" pitchFamily="34" charset="0"/>
              </a:rPr>
              <a:t>A</a:t>
            </a:r>
            <a:r>
              <a:rPr lang="vi-VN" sz="4400" smtClean="0">
                <a:solidFill>
                  <a:schemeClr val="accent6"/>
                </a:solidFill>
                <a:latin typeface="Arial-Rounded" pitchFamily="34" charset="0"/>
                <a:ea typeface="Arial-Rounded" pitchFamily="34" charset="0"/>
                <a:cs typeface="Arial-Rounded" pitchFamily="34" charset="0"/>
              </a:rPr>
              <a:t>. </a:t>
            </a:r>
            <a:r>
              <a:rPr lang="en-US" sz="4400">
                <a:solidFill>
                  <a:srgbClr val="002060"/>
                </a:solidFill>
                <a:latin typeface="Arial-Rounded" pitchFamily="34" charset="0"/>
                <a:ea typeface="Arial-Rounded" pitchFamily="34" charset="0"/>
                <a:cs typeface="Arial-Rounded" pitchFamily="34" charset="0"/>
              </a:rPr>
              <a:t>Đ</a:t>
            </a:r>
            <a:endParaRPr lang="vi-VN" sz="4400" dirty="0">
              <a:solidFill>
                <a:srgbClr val="002060"/>
              </a:solidFill>
              <a:latin typeface="Arial-Rounded" pitchFamily="34" charset="0"/>
              <a:ea typeface="Arial-Rounded" pitchFamily="34" charset="0"/>
              <a:cs typeface="Arial-Rounded" pitchFamily="34" charset="0"/>
            </a:endParaRPr>
          </a:p>
        </p:txBody>
      </p:sp>
      <p:sp>
        <p:nvSpPr>
          <p:cNvPr id="16" name="Rectangle 15"/>
          <p:cNvSpPr/>
          <p:nvPr/>
        </p:nvSpPr>
        <p:spPr>
          <a:xfrm>
            <a:off x="1541864" y="4236478"/>
            <a:ext cx="8851392" cy="945122"/>
          </a:xfrm>
          <a:prstGeom prst="rect">
            <a:avLst/>
          </a:prstGeom>
          <a:solidFill>
            <a:srgbClr val="FFFFFF"/>
          </a:solidFill>
          <a:ln w="28575" cap="flat" cmpd="sng" algn="ctr">
            <a:solidFill>
              <a:schemeClr val="tx1"/>
            </a:solidFill>
            <a:prstDash val="solid"/>
            <a:miter lim="800000"/>
          </a:ln>
          <a:effectLst/>
        </p:spPr>
        <p:txBody>
          <a:bodyPr lIns="121725" tIns="60862" rIns="121725" bIns="60862" rtlCol="0" anchor="ctr"/>
          <a:lstStyle/>
          <a:p>
            <a:r>
              <a:rPr lang="en-US" sz="4400" smtClean="0">
                <a:solidFill>
                  <a:schemeClr val="accent6"/>
                </a:solidFill>
                <a:latin typeface="Arial-Rounded" pitchFamily="34" charset="0"/>
                <a:ea typeface="Arial-Rounded" pitchFamily="34" charset="0"/>
                <a:cs typeface="Arial-Rounded" pitchFamily="34" charset="0"/>
              </a:rPr>
              <a:t>B. </a:t>
            </a:r>
            <a:r>
              <a:rPr lang="en-US" sz="4400" smtClean="0">
                <a:solidFill>
                  <a:srgbClr val="002060"/>
                </a:solidFill>
                <a:latin typeface="Arial-Rounded" pitchFamily="34" charset="0"/>
                <a:ea typeface="Arial-Rounded" pitchFamily="34" charset="0"/>
                <a:cs typeface="Arial-Rounded" pitchFamily="34" charset="0"/>
              </a:rPr>
              <a:t>S</a:t>
            </a:r>
            <a:endParaRPr lang="en-US" sz="4400" dirty="0">
              <a:solidFill>
                <a:srgbClr val="002060"/>
              </a:solidFill>
              <a:latin typeface="Arial-Rounded" pitchFamily="34" charset="0"/>
              <a:ea typeface="Arial-Rounded" pitchFamily="34" charset="0"/>
              <a:cs typeface="Arial-Rounded" pitchFamily="34" charset="0"/>
            </a:endParaRPr>
          </a:p>
        </p:txBody>
      </p:sp>
      <p:pic>
        <p:nvPicPr>
          <p:cNvPr id="17" name="Picture 16"/>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397622" y="3107939"/>
            <a:ext cx="798097" cy="782741"/>
          </a:xfrm>
          <a:prstGeom prst="rect">
            <a:avLst/>
          </a:prstGeom>
        </p:spPr>
      </p:pic>
      <p:pic>
        <p:nvPicPr>
          <p:cNvPr id="18" name="Picture 17"/>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314254" y="4306778"/>
            <a:ext cx="807556" cy="778352"/>
          </a:xfrm>
          <a:prstGeom prst="rect">
            <a:avLst/>
          </a:prstGeom>
        </p:spPr>
      </p:pic>
      <p:sp>
        <p:nvSpPr>
          <p:cNvPr id="19" name="Rectangle 18"/>
          <p:cNvSpPr/>
          <p:nvPr/>
        </p:nvSpPr>
        <p:spPr>
          <a:xfrm>
            <a:off x="1546833" y="5482179"/>
            <a:ext cx="8851392" cy="918621"/>
          </a:xfrm>
          <a:prstGeom prst="rect">
            <a:avLst/>
          </a:prstGeom>
          <a:solidFill>
            <a:srgbClr val="FFFFFF"/>
          </a:solidFill>
          <a:ln w="28575" cap="flat" cmpd="sng" algn="ctr">
            <a:solidFill>
              <a:schemeClr val="tx1"/>
            </a:solidFill>
            <a:prstDash val="solid"/>
            <a:miter lim="800000"/>
          </a:ln>
          <a:effectLst/>
        </p:spPr>
        <p:txBody>
          <a:bodyPr lIns="121725" tIns="60862" rIns="121725" bIns="60862" rtlCol="0" anchor="ctr"/>
          <a:lstStyle/>
          <a:p>
            <a:r>
              <a:rPr lang="en-US" sz="4400" smtClean="0">
                <a:solidFill>
                  <a:schemeClr val="accent6"/>
                </a:solidFill>
                <a:latin typeface="Arial-Rounded" pitchFamily="34" charset="0"/>
                <a:ea typeface="Arial-Rounded" pitchFamily="34" charset="0"/>
                <a:cs typeface="Arial-Rounded" pitchFamily="34" charset="0"/>
              </a:rPr>
              <a:t>C. </a:t>
            </a:r>
            <a:r>
              <a:rPr lang="en-US" sz="4400">
                <a:solidFill>
                  <a:srgbClr val="002060"/>
                </a:solidFill>
                <a:latin typeface="Arial-Rounded" pitchFamily="34" charset="0"/>
                <a:ea typeface="Arial-Rounded" pitchFamily="34" charset="0"/>
                <a:cs typeface="Arial-Rounded" pitchFamily="34" charset="0"/>
              </a:rPr>
              <a:t>S</a:t>
            </a:r>
            <a:endParaRPr lang="en-US" sz="4400" dirty="0">
              <a:solidFill>
                <a:srgbClr val="002060"/>
              </a:solidFill>
              <a:latin typeface="Arial-Rounded" pitchFamily="34" charset="0"/>
              <a:ea typeface="Arial-Rounded" pitchFamily="34" charset="0"/>
              <a:cs typeface="Arial-Rounded" pitchFamily="34" charset="0"/>
            </a:endParaRPr>
          </a:p>
        </p:txBody>
      </p:sp>
      <p:pic>
        <p:nvPicPr>
          <p:cNvPr id="20" name="Picture 19"/>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314254" y="5559134"/>
            <a:ext cx="807556" cy="778352"/>
          </a:xfrm>
          <a:prstGeom prst="rect">
            <a:avLst/>
          </a:prstGeom>
        </p:spPr>
      </p:pic>
      <p:sp>
        <p:nvSpPr>
          <p:cNvPr id="21" name="Rectangle 20"/>
          <p:cNvSpPr/>
          <p:nvPr/>
        </p:nvSpPr>
        <p:spPr>
          <a:xfrm>
            <a:off x="1280319" y="990560"/>
            <a:ext cx="9525000" cy="861576"/>
          </a:xfrm>
          <a:prstGeom prst="rect">
            <a:avLst/>
          </a:prstGeom>
          <a:solidFill>
            <a:schemeClr val="accent6"/>
          </a:solidFill>
        </p:spPr>
        <p:txBody>
          <a:bodyPr wrap="square" lIns="121725" tIns="60862" rIns="121725" bIns="60862">
            <a:spAutoFit/>
          </a:bodyPr>
          <a:lstStyle/>
          <a:p>
            <a:pPr algn="ctr"/>
            <a:r>
              <a:rPr lang="en-US" sz="4800" b="1" smtClean="0">
                <a:solidFill>
                  <a:schemeClr val="bg1"/>
                </a:solidFill>
                <a:latin typeface="Arial-Rounded" pitchFamily="34" charset="0"/>
                <a:ea typeface="Arial-Rounded" pitchFamily="34" charset="0"/>
                <a:cs typeface="Arial-Rounded" pitchFamily="34" charset="0"/>
              </a:rPr>
              <a:t>Câu hỏi 3</a:t>
            </a:r>
            <a:endParaRPr lang="en-US" sz="4800" b="1" dirty="0">
              <a:solidFill>
                <a:schemeClr val="bg1"/>
              </a:solidFill>
              <a:latin typeface="Arial-Rounded" pitchFamily="34" charset="0"/>
              <a:ea typeface="Arial-Rounded" pitchFamily="34" charset="0"/>
              <a:cs typeface="Arial-Rounded" pitchFamily="34" charset="0"/>
            </a:endParaRPr>
          </a:p>
        </p:txBody>
      </p:sp>
    </p:spTree>
    <p:extLst>
      <p:ext uri="{BB962C8B-B14F-4D97-AF65-F5344CB8AC3E}">
        <p14:creationId xmlns:p14="http://schemas.microsoft.com/office/powerpoint/2010/main" val="3525361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par>
                                <p:cTn id="7" presetID="32" presetClass="emph" presetSubtype="0" repeatCount="indefinite" fill="hold" nodeType="withEffect">
                                  <p:stCondLst>
                                    <p:cond delay="0"/>
                                  </p:stCondLst>
                                  <p:childTnLst>
                                    <p:animRot by="120000">
                                      <p:cBhvr>
                                        <p:cTn id="8" dur="100" fill="hold">
                                          <p:stCondLst>
                                            <p:cond delay="0"/>
                                          </p:stCondLst>
                                        </p:cTn>
                                        <p:tgtEl>
                                          <p:spTgt spid="9"/>
                                        </p:tgtEl>
                                        <p:attrNameLst>
                                          <p:attrName>r</p:attrName>
                                        </p:attrNameLst>
                                      </p:cBhvr>
                                    </p:animRot>
                                    <p:animRot by="-240000">
                                      <p:cBhvr>
                                        <p:cTn id="9" dur="200" fill="hold">
                                          <p:stCondLst>
                                            <p:cond delay="200"/>
                                          </p:stCondLst>
                                        </p:cTn>
                                        <p:tgtEl>
                                          <p:spTgt spid="9"/>
                                        </p:tgtEl>
                                        <p:attrNameLst>
                                          <p:attrName>r</p:attrName>
                                        </p:attrNameLst>
                                      </p:cBhvr>
                                    </p:animRot>
                                    <p:animRot by="240000">
                                      <p:cBhvr>
                                        <p:cTn id="10" dur="200" fill="hold">
                                          <p:stCondLst>
                                            <p:cond delay="400"/>
                                          </p:stCondLst>
                                        </p:cTn>
                                        <p:tgtEl>
                                          <p:spTgt spid="9"/>
                                        </p:tgtEl>
                                        <p:attrNameLst>
                                          <p:attrName>r</p:attrName>
                                        </p:attrNameLst>
                                      </p:cBhvr>
                                    </p:animRot>
                                    <p:animRot by="-240000">
                                      <p:cBhvr>
                                        <p:cTn id="11" dur="200" fill="hold">
                                          <p:stCondLst>
                                            <p:cond delay="600"/>
                                          </p:stCondLst>
                                        </p:cTn>
                                        <p:tgtEl>
                                          <p:spTgt spid="9"/>
                                        </p:tgtEl>
                                        <p:attrNameLst>
                                          <p:attrName>r</p:attrName>
                                        </p:attrNameLst>
                                      </p:cBhvr>
                                    </p:animRot>
                                    <p:animRot by="120000">
                                      <p:cBhvr>
                                        <p:cTn id="12" dur="200" fill="hold">
                                          <p:stCondLst>
                                            <p:cond delay="800"/>
                                          </p:stCondLst>
                                        </p:cTn>
                                        <p:tgtEl>
                                          <p:spTgt spid="9"/>
                                        </p:tgtEl>
                                        <p:attrNameLst>
                                          <p:attrName>r</p:attrName>
                                        </p:attrNameLst>
                                      </p:cBhvr>
                                    </p:animRot>
                                  </p:childTnLst>
                                </p:cTn>
                              </p:par>
                              <p:par>
                                <p:cTn id="13" presetID="16" presetClass="entr" presetSubtype="21"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barn(inVertical)">
                                      <p:cBhvr>
                                        <p:cTn id="15" dur="5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1000" fill="hold"/>
                                        <p:tgtEl>
                                          <p:spTgt spid="12"/>
                                        </p:tgtEl>
                                        <p:attrNameLst>
                                          <p:attrName>ppt_w</p:attrName>
                                        </p:attrNameLst>
                                      </p:cBhvr>
                                      <p:tavLst>
                                        <p:tav tm="0">
                                          <p:val>
                                            <p:strVal val="#ppt_w*0.70"/>
                                          </p:val>
                                        </p:tav>
                                        <p:tav tm="100000">
                                          <p:val>
                                            <p:strVal val="#ppt_w"/>
                                          </p:val>
                                        </p:tav>
                                      </p:tavLst>
                                    </p:anim>
                                    <p:anim calcmode="lin" valueType="num">
                                      <p:cBhvr>
                                        <p:cTn id="21" dur="1000" fill="hold"/>
                                        <p:tgtEl>
                                          <p:spTgt spid="12"/>
                                        </p:tgtEl>
                                        <p:attrNameLst>
                                          <p:attrName>ppt_h</p:attrName>
                                        </p:attrNameLst>
                                      </p:cBhvr>
                                      <p:tavLst>
                                        <p:tav tm="0">
                                          <p:val>
                                            <p:strVal val="#ppt_h"/>
                                          </p:val>
                                        </p:tav>
                                        <p:tav tm="100000">
                                          <p:val>
                                            <p:strVal val="#ppt_h"/>
                                          </p:val>
                                        </p:tav>
                                      </p:tavLst>
                                    </p:anim>
                                    <p:animEffect transition="in" filter="fade">
                                      <p:cBhvr>
                                        <p:cTn id="22" dur="1000"/>
                                        <p:tgtEl>
                                          <p:spTgt spid="12"/>
                                        </p:tgtEl>
                                      </p:cBhvr>
                                    </p:animEffect>
                                  </p:childTnLst>
                                </p:cTn>
                              </p:par>
                              <p:par>
                                <p:cTn id="23" presetID="55"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p:cTn id="25" dur="1000" fill="hold"/>
                                        <p:tgtEl>
                                          <p:spTgt spid="16"/>
                                        </p:tgtEl>
                                        <p:attrNameLst>
                                          <p:attrName>ppt_w</p:attrName>
                                        </p:attrNameLst>
                                      </p:cBhvr>
                                      <p:tavLst>
                                        <p:tav tm="0">
                                          <p:val>
                                            <p:strVal val="#ppt_w*0.70"/>
                                          </p:val>
                                        </p:tav>
                                        <p:tav tm="100000">
                                          <p:val>
                                            <p:strVal val="#ppt_w"/>
                                          </p:val>
                                        </p:tav>
                                      </p:tavLst>
                                    </p:anim>
                                    <p:anim calcmode="lin" valueType="num">
                                      <p:cBhvr>
                                        <p:cTn id="26" dur="1000" fill="hold"/>
                                        <p:tgtEl>
                                          <p:spTgt spid="16"/>
                                        </p:tgtEl>
                                        <p:attrNameLst>
                                          <p:attrName>ppt_h</p:attrName>
                                        </p:attrNameLst>
                                      </p:cBhvr>
                                      <p:tavLst>
                                        <p:tav tm="0">
                                          <p:val>
                                            <p:strVal val="#ppt_h"/>
                                          </p:val>
                                        </p:tav>
                                        <p:tav tm="100000">
                                          <p:val>
                                            <p:strVal val="#ppt_h"/>
                                          </p:val>
                                        </p:tav>
                                      </p:tavLst>
                                    </p:anim>
                                    <p:animEffect transition="in" filter="fade">
                                      <p:cBhvr>
                                        <p:cTn id="27" dur="1000"/>
                                        <p:tgtEl>
                                          <p:spTgt spid="16"/>
                                        </p:tgtEl>
                                      </p:cBhvr>
                                    </p:animEffect>
                                  </p:childTnLst>
                                </p:cTn>
                              </p:par>
                              <p:par>
                                <p:cTn id="28" presetID="55"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p:cTn id="30" dur="1000" fill="hold"/>
                                        <p:tgtEl>
                                          <p:spTgt spid="19"/>
                                        </p:tgtEl>
                                        <p:attrNameLst>
                                          <p:attrName>ppt_w</p:attrName>
                                        </p:attrNameLst>
                                      </p:cBhvr>
                                      <p:tavLst>
                                        <p:tav tm="0">
                                          <p:val>
                                            <p:strVal val="#ppt_w*0.70"/>
                                          </p:val>
                                        </p:tav>
                                        <p:tav tm="100000">
                                          <p:val>
                                            <p:strVal val="#ppt_w"/>
                                          </p:val>
                                        </p:tav>
                                      </p:tavLst>
                                    </p:anim>
                                    <p:anim calcmode="lin" valueType="num">
                                      <p:cBhvr>
                                        <p:cTn id="31" dur="1000" fill="hold"/>
                                        <p:tgtEl>
                                          <p:spTgt spid="19"/>
                                        </p:tgtEl>
                                        <p:attrNameLst>
                                          <p:attrName>ppt_h</p:attrName>
                                        </p:attrNameLst>
                                      </p:cBhvr>
                                      <p:tavLst>
                                        <p:tav tm="0">
                                          <p:val>
                                            <p:strVal val="#ppt_h"/>
                                          </p:val>
                                        </p:tav>
                                        <p:tav tm="100000">
                                          <p:val>
                                            <p:strVal val="#ppt_h"/>
                                          </p:val>
                                        </p:tav>
                                      </p:tavLst>
                                    </p:anim>
                                    <p:animEffect transition="in" filter="fade">
                                      <p:cBhvr>
                                        <p:cTn id="32"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8868" numSld="999">
                <p:cTn id="33" repeatCount="indefinite" fill="hold" display="0">
                  <p:stCondLst>
                    <p:cond delay="indefinite"/>
                  </p:stCondLst>
                  <p:endCondLst>
                    <p:cond evt="onStopAudio" delay="0">
                      <p:tgtEl>
                        <p:sldTgt/>
                      </p:tgtEl>
                    </p:cond>
                  </p:endCondLst>
                </p:cTn>
                <p:tgtEl>
                  <p:spTgt spid="11"/>
                </p:tgtEl>
              </p:cMediaNode>
            </p:audio>
            <p:seq concurrent="1" nextAc="seek">
              <p:cTn id="34" restart="whenNotActive" fill="hold" evtFilter="cancelBubble" nodeType="interactiveSeq">
                <p:stCondLst>
                  <p:cond evt="onClick" delay="0">
                    <p:tgtEl>
                      <p:spTgt spid="12"/>
                    </p:tgtEl>
                  </p:cond>
                </p:stCondLst>
                <p:endSync evt="end" delay="0">
                  <p:rtn val="all"/>
                </p:endSync>
                <p:childTnLst>
                  <p:par>
                    <p:cTn id="35" fill="hold">
                      <p:stCondLst>
                        <p:cond delay="0"/>
                      </p:stCondLst>
                      <p:childTnLst>
                        <p:par>
                          <p:cTn id="36" fill="hold">
                            <p:stCondLst>
                              <p:cond delay="0"/>
                            </p:stCondLst>
                            <p:childTnLst>
                              <p:par>
                                <p:cTn id="37" presetID="1" presetClass="emph" presetSubtype="2" fill="hold" nodeType="withEffect">
                                  <p:stCondLst>
                                    <p:cond delay="0"/>
                                  </p:stCondLst>
                                  <p:childTnLst>
                                    <p:animClr clrSpc="rgb" dir="cw">
                                      <p:cBhvr>
                                        <p:cTn id="38" dur="250" fill="hold"/>
                                        <p:tgtEl>
                                          <p:spTgt spid="12"/>
                                        </p:tgtEl>
                                        <p:attrNameLst>
                                          <p:attrName>fillcolor</p:attrName>
                                        </p:attrNameLst>
                                      </p:cBhvr>
                                      <p:to>
                                        <a:schemeClr val="bg2"/>
                                      </p:to>
                                    </p:animClr>
                                    <p:set>
                                      <p:cBhvr>
                                        <p:cTn id="39" dur="250" fill="hold"/>
                                        <p:tgtEl>
                                          <p:spTgt spid="12"/>
                                        </p:tgtEl>
                                        <p:attrNameLst>
                                          <p:attrName>fill.type</p:attrName>
                                        </p:attrNameLst>
                                      </p:cBhvr>
                                      <p:to>
                                        <p:strVal val="solid"/>
                                      </p:to>
                                    </p:set>
                                    <p:set>
                                      <p:cBhvr>
                                        <p:cTn id="40" dur="250" fill="hold"/>
                                        <p:tgtEl>
                                          <p:spTgt spid="12"/>
                                        </p:tgtEl>
                                        <p:attrNameLst>
                                          <p:attrName>fill.on</p:attrName>
                                        </p:attrNameLst>
                                      </p:cBhvr>
                                      <p:to>
                                        <p:strVal val="true"/>
                                      </p:to>
                                    </p:set>
                                  </p:childTnLst>
                                  <p:subTnLst>
                                    <p:audio>
                                      <p:cMediaNode>
                                        <p:cTn display="0" masterRel="sameClick">
                                          <p:stCondLst>
                                            <p:cond evt="begin" delay="0">
                                              <p:tn val="37"/>
                                            </p:cond>
                                          </p:stCondLst>
                                          <p:endCondLst>
                                            <p:cond evt="onStopAudio" delay="0">
                                              <p:tgtEl>
                                                <p:sldTgt/>
                                              </p:tgtEl>
                                            </p:cond>
                                          </p:endCondLst>
                                        </p:cTn>
                                        <p:tgtEl>
                                          <p:sndTgt r:embed="rId5" name="click.wav"/>
                                        </p:tgtEl>
                                      </p:cMediaNode>
                                    </p:audio>
                                  </p:subTnLst>
                                </p:cTn>
                              </p:par>
                              <p:par>
                                <p:cTn id="41" presetID="1" presetClass="emph" presetSubtype="2" fill="hold" nodeType="withEffect">
                                  <p:stCondLst>
                                    <p:cond delay="500"/>
                                  </p:stCondLst>
                                  <p:childTnLst>
                                    <p:animClr clrSpc="rgb" dir="cw">
                                      <p:cBhvr>
                                        <p:cTn id="42" dur="250" fill="hold"/>
                                        <p:tgtEl>
                                          <p:spTgt spid="12"/>
                                        </p:tgtEl>
                                        <p:attrNameLst>
                                          <p:attrName>fillcolor</p:attrName>
                                        </p:attrNameLst>
                                      </p:cBhvr>
                                      <p:to>
                                        <a:schemeClr val="bg2"/>
                                      </p:to>
                                    </p:animClr>
                                    <p:set>
                                      <p:cBhvr>
                                        <p:cTn id="43" dur="250" fill="hold"/>
                                        <p:tgtEl>
                                          <p:spTgt spid="12"/>
                                        </p:tgtEl>
                                        <p:attrNameLst>
                                          <p:attrName>fill.type</p:attrName>
                                        </p:attrNameLst>
                                      </p:cBhvr>
                                      <p:to>
                                        <p:strVal val="solid"/>
                                      </p:to>
                                    </p:set>
                                    <p:set>
                                      <p:cBhvr>
                                        <p:cTn id="44" dur="250" fill="hold"/>
                                        <p:tgtEl>
                                          <p:spTgt spid="12"/>
                                        </p:tgtEl>
                                        <p:attrNameLst>
                                          <p:attrName>fill.on</p:attrName>
                                        </p:attrNameLst>
                                      </p:cBhvr>
                                      <p:to>
                                        <p:strVal val="true"/>
                                      </p:to>
                                    </p:set>
                                  </p:childTnLst>
                                </p:cTn>
                              </p:par>
                              <p:par>
                                <p:cTn id="45" presetID="23" presetClass="entr" presetSubtype="32" fill="hold" nodeType="withEffect">
                                  <p:stCondLst>
                                    <p:cond delay="500"/>
                                  </p:stCondLst>
                                  <p:childTnLst>
                                    <p:set>
                                      <p:cBhvr>
                                        <p:cTn id="46" dur="1" fill="hold">
                                          <p:stCondLst>
                                            <p:cond delay="0"/>
                                          </p:stCondLst>
                                        </p:cTn>
                                        <p:tgtEl>
                                          <p:spTgt spid="17"/>
                                        </p:tgtEl>
                                        <p:attrNameLst>
                                          <p:attrName>style.visibility</p:attrName>
                                        </p:attrNameLst>
                                      </p:cBhvr>
                                      <p:to>
                                        <p:strVal val="visible"/>
                                      </p:to>
                                    </p:set>
                                    <p:anim calcmode="lin" valueType="num">
                                      <p:cBhvr>
                                        <p:cTn id="47" dur="250" fill="hold"/>
                                        <p:tgtEl>
                                          <p:spTgt spid="17"/>
                                        </p:tgtEl>
                                        <p:attrNameLst>
                                          <p:attrName>ppt_w</p:attrName>
                                        </p:attrNameLst>
                                      </p:cBhvr>
                                      <p:tavLst>
                                        <p:tav tm="0">
                                          <p:val>
                                            <p:strVal val="4*#ppt_w"/>
                                          </p:val>
                                        </p:tav>
                                        <p:tav tm="100000">
                                          <p:val>
                                            <p:strVal val="#ppt_w"/>
                                          </p:val>
                                        </p:tav>
                                      </p:tavLst>
                                    </p:anim>
                                    <p:anim calcmode="lin" valueType="num">
                                      <p:cBhvr>
                                        <p:cTn id="48" dur="250" fill="hold"/>
                                        <p:tgtEl>
                                          <p:spTgt spid="17"/>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45"/>
                                            </p:cond>
                                          </p:stCondLst>
                                          <p:endCondLst>
                                            <p:cond evt="onStopAudio" delay="0">
                                              <p:tgtEl>
                                                <p:sldTgt/>
                                              </p:tgtEl>
                                            </p:cond>
                                          </p:endCondLst>
                                        </p:cTn>
                                        <p:tgtEl>
                                          <p:sndTgt r:embed="rId6" name="Check mark.wav"/>
                                        </p:tgtEl>
                                      </p:cMediaNode>
                                    </p:audio>
                                  </p:subTnLst>
                                </p:cTn>
                              </p:par>
                            </p:childTnLst>
                          </p:cTn>
                        </p:par>
                      </p:childTnLst>
                    </p:cTn>
                  </p:par>
                </p:childTnLst>
              </p:cTn>
              <p:nextCondLst>
                <p:cond evt="onClick" delay="0">
                  <p:tgtEl>
                    <p:spTgt spid="12"/>
                  </p:tgtEl>
                </p:cond>
              </p:nextCondLst>
            </p:seq>
            <p:seq concurrent="1" nextAc="seek">
              <p:cTn id="49" restart="whenNotActive" fill="hold" evtFilter="cancelBubble" nodeType="interactiveSeq">
                <p:stCondLst>
                  <p:cond evt="onClick" delay="0">
                    <p:tgtEl>
                      <p:spTgt spid="16"/>
                    </p:tgtEl>
                  </p:cond>
                </p:stCondLst>
                <p:endSync evt="end" delay="0">
                  <p:rtn val="all"/>
                </p:endSync>
                <p:childTnLst>
                  <p:par>
                    <p:cTn id="50" fill="hold">
                      <p:stCondLst>
                        <p:cond delay="0"/>
                      </p:stCondLst>
                      <p:childTnLst>
                        <p:par>
                          <p:cTn id="51" fill="hold">
                            <p:stCondLst>
                              <p:cond delay="0"/>
                            </p:stCondLst>
                            <p:childTnLst>
                              <p:par>
                                <p:cTn id="52" presetID="1" presetClass="emph" presetSubtype="2" fill="hold" nodeType="withEffect">
                                  <p:stCondLst>
                                    <p:cond delay="0"/>
                                  </p:stCondLst>
                                  <p:childTnLst>
                                    <p:animClr clrSpc="rgb" dir="cw">
                                      <p:cBhvr>
                                        <p:cTn id="53" dur="250" fill="hold"/>
                                        <p:tgtEl>
                                          <p:spTgt spid="16"/>
                                        </p:tgtEl>
                                        <p:attrNameLst>
                                          <p:attrName>fillcolor</p:attrName>
                                        </p:attrNameLst>
                                      </p:cBhvr>
                                      <p:to>
                                        <a:schemeClr val="accent1"/>
                                      </p:to>
                                    </p:animClr>
                                    <p:set>
                                      <p:cBhvr>
                                        <p:cTn id="54" dur="250" fill="hold"/>
                                        <p:tgtEl>
                                          <p:spTgt spid="16"/>
                                        </p:tgtEl>
                                        <p:attrNameLst>
                                          <p:attrName>fill.type</p:attrName>
                                        </p:attrNameLst>
                                      </p:cBhvr>
                                      <p:to>
                                        <p:strVal val="solid"/>
                                      </p:to>
                                    </p:set>
                                    <p:set>
                                      <p:cBhvr>
                                        <p:cTn id="55" dur="250" fill="hold"/>
                                        <p:tgtEl>
                                          <p:spTgt spid="16"/>
                                        </p:tgtEl>
                                        <p:attrNameLst>
                                          <p:attrName>fill.on</p:attrName>
                                        </p:attrNameLst>
                                      </p:cBhvr>
                                      <p:to>
                                        <p:strVal val="true"/>
                                      </p:to>
                                    </p:set>
                                  </p:childTnLst>
                                  <p:subTnLst>
                                    <p:audio>
                                      <p:cMediaNode>
                                        <p:cTn display="0" masterRel="sameClick">
                                          <p:stCondLst>
                                            <p:cond evt="begin" delay="0">
                                              <p:tn val="52"/>
                                            </p:cond>
                                          </p:stCondLst>
                                          <p:endCondLst>
                                            <p:cond evt="onStopAudio" delay="0">
                                              <p:tgtEl>
                                                <p:sldTgt/>
                                              </p:tgtEl>
                                            </p:cond>
                                          </p:endCondLst>
                                        </p:cTn>
                                        <p:tgtEl>
                                          <p:sndTgt r:embed="rId5" name="click.wav"/>
                                        </p:tgtEl>
                                      </p:cMediaNode>
                                    </p:audio>
                                  </p:subTnLst>
                                </p:cTn>
                              </p:par>
                              <p:par>
                                <p:cTn id="56" presetID="1" presetClass="emph" presetSubtype="2" fill="hold" nodeType="withEffect">
                                  <p:stCondLst>
                                    <p:cond delay="500"/>
                                  </p:stCondLst>
                                  <p:childTnLst>
                                    <p:animClr clrSpc="rgb" dir="cw">
                                      <p:cBhvr>
                                        <p:cTn id="57" dur="250" fill="hold"/>
                                        <p:tgtEl>
                                          <p:spTgt spid="16"/>
                                        </p:tgtEl>
                                        <p:attrNameLst>
                                          <p:attrName>fillcolor</p:attrName>
                                        </p:attrNameLst>
                                      </p:cBhvr>
                                      <p:to>
                                        <a:schemeClr val="accent1"/>
                                      </p:to>
                                    </p:animClr>
                                    <p:set>
                                      <p:cBhvr>
                                        <p:cTn id="58" dur="250" fill="hold"/>
                                        <p:tgtEl>
                                          <p:spTgt spid="16"/>
                                        </p:tgtEl>
                                        <p:attrNameLst>
                                          <p:attrName>fill.type</p:attrName>
                                        </p:attrNameLst>
                                      </p:cBhvr>
                                      <p:to>
                                        <p:strVal val="solid"/>
                                      </p:to>
                                    </p:set>
                                    <p:set>
                                      <p:cBhvr>
                                        <p:cTn id="59" dur="250" fill="hold"/>
                                        <p:tgtEl>
                                          <p:spTgt spid="16"/>
                                        </p:tgtEl>
                                        <p:attrNameLst>
                                          <p:attrName>fill.on</p:attrName>
                                        </p:attrNameLst>
                                      </p:cBhvr>
                                      <p:to>
                                        <p:strVal val="true"/>
                                      </p:to>
                                    </p:set>
                                  </p:childTnLst>
                                </p:cTn>
                              </p:par>
                              <p:par>
                                <p:cTn id="60" presetID="23" presetClass="entr" presetSubtype="32" fill="hold" nodeType="withEffect">
                                  <p:stCondLst>
                                    <p:cond delay="500"/>
                                  </p:stCondLst>
                                  <p:childTnLst>
                                    <p:set>
                                      <p:cBhvr>
                                        <p:cTn id="61" dur="1" fill="hold">
                                          <p:stCondLst>
                                            <p:cond delay="0"/>
                                          </p:stCondLst>
                                        </p:cTn>
                                        <p:tgtEl>
                                          <p:spTgt spid="18"/>
                                        </p:tgtEl>
                                        <p:attrNameLst>
                                          <p:attrName>style.visibility</p:attrName>
                                        </p:attrNameLst>
                                      </p:cBhvr>
                                      <p:to>
                                        <p:strVal val="visible"/>
                                      </p:to>
                                    </p:set>
                                    <p:anim calcmode="lin" valueType="num">
                                      <p:cBhvr>
                                        <p:cTn id="62" dur="250" fill="hold"/>
                                        <p:tgtEl>
                                          <p:spTgt spid="18"/>
                                        </p:tgtEl>
                                        <p:attrNameLst>
                                          <p:attrName>ppt_w</p:attrName>
                                        </p:attrNameLst>
                                      </p:cBhvr>
                                      <p:tavLst>
                                        <p:tav tm="0">
                                          <p:val>
                                            <p:strVal val="4*#ppt_w"/>
                                          </p:val>
                                        </p:tav>
                                        <p:tav tm="100000">
                                          <p:val>
                                            <p:strVal val="#ppt_w"/>
                                          </p:val>
                                        </p:tav>
                                      </p:tavLst>
                                    </p:anim>
                                    <p:anim calcmode="lin" valueType="num">
                                      <p:cBhvr>
                                        <p:cTn id="63" dur="250" fill="hold"/>
                                        <p:tgtEl>
                                          <p:spTgt spid="18"/>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60"/>
                                            </p:cond>
                                          </p:stCondLst>
                                          <p:endCondLst>
                                            <p:cond evt="onStopAudio" delay="0">
                                              <p:tgtEl>
                                                <p:sldTgt/>
                                              </p:tgtEl>
                                            </p:cond>
                                          </p:endCondLst>
                                        </p:cTn>
                                        <p:tgtEl>
                                          <p:sndTgt r:embed="rId7" name="Wrong Buzzer.wav"/>
                                        </p:tgtEl>
                                      </p:cMediaNode>
                                    </p:audio>
                                  </p:subTnLst>
                                </p:cTn>
                              </p:par>
                            </p:childTnLst>
                          </p:cTn>
                        </p:par>
                      </p:childTnLst>
                    </p:cTn>
                  </p:par>
                </p:childTnLst>
              </p:cTn>
              <p:nextCondLst>
                <p:cond evt="onClick" delay="0">
                  <p:tgtEl>
                    <p:spTgt spid="16"/>
                  </p:tgtEl>
                </p:cond>
              </p:nextCondLst>
            </p:seq>
            <p:seq concurrent="1" nextAc="seek">
              <p:cTn id="64" restart="whenNotActive" fill="hold" evtFilter="cancelBubble" nodeType="interactiveSeq">
                <p:stCondLst>
                  <p:cond evt="onClick" delay="0">
                    <p:tgtEl>
                      <p:spTgt spid="19"/>
                    </p:tgtEl>
                  </p:cond>
                </p:stCondLst>
                <p:endSync evt="end" delay="0">
                  <p:rtn val="all"/>
                </p:endSync>
                <p:childTnLst>
                  <p:par>
                    <p:cTn id="65" fill="hold">
                      <p:stCondLst>
                        <p:cond delay="0"/>
                      </p:stCondLst>
                      <p:childTnLst>
                        <p:par>
                          <p:cTn id="66" fill="hold">
                            <p:stCondLst>
                              <p:cond delay="0"/>
                            </p:stCondLst>
                            <p:childTnLst>
                              <p:par>
                                <p:cTn id="67" presetID="1" presetClass="emph" presetSubtype="2" fill="hold" nodeType="withEffect">
                                  <p:stCondLst>
                                    <p:cond delay="0"/>
                                  </p:stCondLst>
                                  <p:childTnLst>
                                    <p:animClr clrSpc="rgb" dir="cw">
                                      <p:cBhvr>
                                        <p:cTn id="68" dur="250" fill="hold"/>
                                        <p:tgtEl>
                                          <p:spTgt spid="19"/>
                                        </p:tgtEl>
                                        <p:attrNameLst>
                                          <p:attrName>fillcolor</p:attrName>
                                        </p:attrNameLst>
                                      </p:cBhvr>
                                      <p:to>
                                        <a:schemeClr val="accent1"/>
                                      </p:to>
                                    </p:animClr>
                                    <p:set>
                                      <p:cBhvr>
                                        <p:cTn id="69" dur="250" fill="hold"/>
                                        <p:tgtEl>
                                          <p:spTgt spid="19"/>
                                        </p:tgtEl>
                                        <p:attrNameLst>
                                          <p:attrName>fill.type</p:attrName>
                                        </p:attrNameLst>
                                      </p:cBhvr>
                                      <p:to>
                                        <p:strVal val="solid"/>
                                      </p:to>
                                    </p:set>
                                    <p:set>
                                      <p:cBhvr>
                                        <p:cTn id="70" dur="250" fill="hold"/>
                                        <p:tgtEl>
                                          <p:spTgt spid="19"/>
                                        </p:tgtEl>
                                        <p:attrNameLst>
                                          <p:attrName>fill.on</p:attrName>
                                        </p:attrNameLst>
                                      </p:cBhvr>
                                      <p:to>
                                        <p:strVal val="true"/>
                                      </p:to>
                                    </p:set>
                                  </p:childTnLst>
                                  <p:subTnLst>
                                    <p:audio>
                                      <p:cMediaNode>
                                        <p:cTn display="0" masterRel="sameClick">
                                          <p:stCondLst>
                                            <p:cond evt="begin" delay="0">
                                              <p:tn val="67"/>
                                            </p:cond>
                                          </p:stCondLst>
                                          <p:endCondLst>
                                            <p:cond evt="onStopAudio" delay="0">
                                              <p:tgtEl>
                                                <p:sldTgt/>
                                              </p:tgtEl>
                                            </p:cond>
                                          </p:endCondLst>
                                        </p:cTn>
                                        <p:tgtEl>
                                          <p:sndTgt r:embed="rId5" name="click.wav"/>
                                        </p:tgtEl>
                                      </p:cMediaNode>
                                    </p:audio>
                                  </p:subTnLst>
                                </p:cTn>
                              </p:par>
                              <p:par>
                                <p:cTn id="71" presetID="1" presetClass="emph" presetSubtype="2" fill="hold" nodeType="withEffect">
                                  <p:stCondLst>
                                    <p:cond delay="500"/>
                                  </p:stCondLst>
                                  <p:childTnLst>
                                    <p:animClr clrSpc="rgb" dir="cw">
                                      <p:cBhvr>
                                        <p:cTn id="72" dur="250" fill="hold"/>
                                        <p:tgtEl>
                                          <p:spTgt spid="19"/>
                                        </p:tgtEl>
                                        <p:attrNameLst>
                                          <p:attrName>fillcolor</p:attrName>
                                        </p:attrNameLst>
                                      </p:cBhvr>
                                      <p:to>
                                        <a:schemeClr val="accent1"/>
                                      </p:to>
                                    </p:animClr>
                                    <p:set>
                                      <p:cBhvr>
                                        <p:cTn id="73" dur="250" fill="hold"/>
                                        <p:tgtEl>
                                          <p:spTgt spid="19"/>
                                        </p:tgtEl>
                                        <p:attrNameLst>
                                          <p:attrName>fill.type</p:attrName>
                                        </p:attrNameLst>
                                      </p:cBhvr>
                                      <p:to>
                                        <p:strVal val="solid"/>
                                      </p:to>
                                    </p:set>
                                    <p:set>
                                      <p:cBhvr>
                                        <p:cTn id="74" dur="250" fill="hold"/>
                                        <p:tgtEl>
                                          <p:spTgt spid="19"/>
                                        </p:tgtEl>
                                        <p:attrNameLst>
                                          <p:attrName>fill.on</p:attrName>
                                        </p:attrNameLst>
                                      </p:cBhvr>
                                      <p:to>
                                        <p:strVal val="true"/>
                                      </p:to>
                                    </p:set>
                                  </p:childTnLst>
                                </p:cTn>
                              </p:par>
                              <p:par>
                                <p:cTn id="75" presetID="23" presetClass="entr" presetSubtype="32" fill="hold" nodeType="withEffect">
                                  <p:stCondLst>
                                    <p:cond delay="500"/>
                                  </p:stCondLst>
                                  <p:childTnLst>
                                    <p:set>
                                      <p:cBhvr>
                                        <p:cTn id="76" dur="1" fill="hold">
                                          <p:stCondLst>
                                            <p:cond delay="0"/>
                                          </p:stCondLst>
                                        </p:cTn>
                                        <p:tgtEl>
                                          <p:spTgt spid="20"/>
                                        </p:tgtEl>
                                        <p:attrNameLst>
                                          <p:attrName>style.visibility</p:attrName>
                                        </p:attrNameLst>
                                      </p:cBhvr>
                                      <p:to>
                                        <p:strVal val="visible"/>
                                      </p:to>
                                    </p:set>
                                    <p:anim calcmode="lin" valueType="num">
                                      <p:cBhvr>
                                        <p:cTn id="77" dur="250" fill="hold"/>
                                        <p:tgtEl>
                                          <p:spTgt spid="20"/>
                                        </p:tgtEl>
                                        <p:attrNameLst>
                                          <p:attrName>ppt_w</p:attrName>
                                        </p:attrNameLst>
                                      </p:cBhvr>
                                      <p:tavLst>
                                        <p:tav tm="0">
                                          <p:val>
                                            <p:strVal val="4*#ppt_w"/>
                                          </p:val>
                                        </p:tav>
                                        <p:tav tm="100000">
                                          <p:val>
                                            <p:strVal val="#ppt_w"/>
                                          </p:val>
                                        </p:tav>
                                      </p:tavLst>
                                    </p:anim>
                                    <p:anim calcmode="lin" valueType="num">
                                      <p:cBhvr>
                                        <p:cTn id="78" dur="250" fill="hold"/>
                                        <p:tgtEl>
                                          <p:spTgt spid="20"/>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75"/>
                                            </p:cond>
                                          </p:stCondLst>
                                          <p:endCondLst>
                                            <p:cond evt="onStopAudio" delay="0">
                                              <p:tgtEl>
                                                <p:sldTgt/>
                                              </p:tgtEl>
                                            </p:cond>
                                          </p:endCondLst>
                                        </p:cTn>
                                        <p:tgtEl>
                                          <p:sndTgt r:embed="rId7" name="Wrong Buzzer.wav"/>
                                        </p:tgtEl>
                                      </p:cMediaNode>
                                    </p:audio>
                                  </p:subTnLst>
                                </p:cTn>
                              </p:par>
                            </p:childTnLst>
                          </p:cTn>
                        </p:par>
                      </p:childTnLst>
                    </p:cTn>
                  </p:par>
                </p:childTnLst>
              </p:cTn>
              <p:nextCondLst>
                <p:cond evt="onClick" delay="0">
                  <p:tgtEl>
                    <p:spTgt spid="19"/>
                  </p:tgtEl>
                </p:cond>
              </p:nextCondLst>
            </p:seq>
          </p:childTnLst>
        </p:cTn>
      </p:par>
    </p:tnLst>
    <p:bldLst>
      <p:bldP spid="12" grpId="0" animBg="1"/>
      <p:bldP spid="16" grpId="0" animBg="1"/>
      <p:bldP spid="19" grpId="0" animBg="1"/>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descr="Cloud Clip Art at Clker.com - vector clip art online, royalty free &amp;amp; public  domain"/>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21688" y="507581"/>
            <a:ext cx="1820975" cy="100760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Cloud Clip Art at Clker.com - vector clip art online, royalty free &amp;amp; public  domain"/>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180615" y="76200"/>
            <a:ext cx="2003073" cy="110836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 y="0"/>
            <a:ext cx="12161839" cy="6858000"/>
          </a:xfrm>
          <a:prstGeom prst="rect">
            <a:avLst/>
          </a:prstGeom>
        </p:spPr>
      </p:pic>
      <p:pic>
        <p:nvPicPr>
          <p:cNvPr id="11" name="Tieng-song-bien-www_nhacchuongvui_com.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929481" y="1981200"/>
            <a:ext cx="609600" cy="609600"/>
          </a:xfrm>
          <a:prstGeom prst="rect">
            <a:avLst/>
          </a:prstGeom>
        </p:spPr>
      </p:pic>
      <p:pic>
        <p:nvPicPr>
          <p:cNvPr id="1026" name="Picture 2" descr="Cloud Clip Art at Clker.com - vector clip art online, royalty free &amp;amp; public  domain"/>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0275394" y="76200"/>
            <a:ext cx="1368125" cy="75703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Cloud Clip Art at Clker.com - vector clip art online, royalty free &amp;amp; public  domain"/>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520606" y="353013"/>
            <a:ext cx="2003073" cy="110836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hlinkClick r:id="rId13" action="ppaction://hlinksldjump"/>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25657" y="5257800"/>
            <a:ext cx="1331265" cy="1408775"/>
          </a:xfrm>
          <a:prstGeom prst="rect">
            <a:avLst/>
          </a:prstGeom>
        </p:spPr>
      </p:pic>
      <p:sp>
        <p:nvSpPr>
          <p:cNvPr id="12" name="Rectangle 11"/>
          <p:cNvSpPr/>
          <p:nvPr/>
        </p:nvSpPr>
        <p:spPr>
          <a:xfrm>
            <a:off x="1549317" y="3048000"/>
            <a:ext cx="8851392" cy="921551"/>
          </a:xfrm>
          <a:prstGeom prst="rect">
            <a:avLst/>
          </a:prstGeom>
          <a:solidFill>
            <a:srgbClr val="FFFFFF"/>
          </a:solidFill>
          <a:ln w="28575" cap="flat" cmpd="sng" algn="ctr">
            <a:solidFill>
              <a:schemeClr val="tx1"/>
            </a:solidFill>
            <a:prstDash val="solid"/>
            <a:miter lim="800000"/>
          </a:ln>
          <a:effectLst/>
        </p:spPr>
        <p:txBody>
          <a:bodyPr lIns="121725" tIns="60862" rIns="121725" bIns="60862" rtlCol="0" anchor="ctr"/>
          <a:lstStyle/>
          <a:p>
            <a:pPr lvl="0">
              <a:buClrTx/>
              <a:defRPr/>
            </a:pPr>
            <a:r>
              <a:rPr lang="en-US" sz="4400">
                <a:solidFill>
                  <a:schemeClr val="accent6"/>
                </a:solidFill>
                <a:latin typeface="Arial-Rounded" pitchFamily="34" charset="0"/>
                <a:ea typeface="Arial-Rounded" pitchFamily="34" charset="0"/>
                <a:cs typeface="Arial-Rounded" pitchFamily="34" charset="0"/>
              </a:rPr>
              <a:t>A</a:t>
            </a:r>
            <a:r>
              <a:rPr lang="vi-VN" sz="4400" smtClean="0">
                <a:solidFill>
                  <a:schemeClr val="accent6"/>
                </a:solidFill>
                <a:latin typeface="Arial-Rounded" pitchFamily="34" charset="0"/>
                <a:ea typeface="Arial-Rounded" pitchFamily="34" charset="0"/>
                <a:cs typeface="Arial-Rounded" pitchFamily="34" charset="0"/>
              </a:rPr>
              <a:t>. </a:t>
            </a:r>
            <a:r>
              <a:rPr lang="en-US" sz="4400">
                <a:solidFill>
                  <a:srgbClr val="002060"/>
                </a:solidFill>
                <a:latin typeface="Arial-Rounded" pitchFamily="34" charset="0"/>
                <a:ea typeface="Arial-Rounded" pitchFamily="34" charset="0"/>
                <a:cs typeface="Arial-Rounded" pitchFamily="34" charset="0"/>
              </a:rPr>
              <a:t>Đ</a:t>
            </a:r>
            <a:endParaRPr lang="vi-VN" sz="4400" dirty="0">
              <a:solidFill>
                <a:srgbClr val="002060"/>
              </a:solidFill>
              <a:latin typeface="Arial-Rounded" pitchFamily="34" charset="0"/>
              <a:ea typeface="Arial-Rounded" pitchFamily="34" charset="0"/>
              <a:cs typeface="Arial-Rounded" pitchFamily="34" charset="0"/>
            </a:endParaRPr>
          </a:p>
        </p:txBody>
      </p:sp>
      <p:sp>
        <p:nvSpPr>
          <p:cNvPr id="16" name="Rectangle 15"/>
          <p:cNvSpPr/>
          <p:nvPr/>
        </p:nvSpPr>
        <p:spPr>
          <a:xfrm>
            <a:off x="1541864" y="4236478"/>
            <a:ext cx="8851392" cy="945122"/>
          </a:xfrm>
          <a:prstGeom prst="rect">
            <a:avLst/>
          </a:prstGeom>
          <a:solidFill>
            <a:srgbClr val="FFFFFF"/>
          </a:solidFill>
          <a:ln w="28575" cap="flat" cmpd="sng" algn="ctr">
            <a:solidFill>
              <a:schemeClr val="tx1"/>
            </a:solidFill>
            <a:prstDash val="solid"/>
            <a:miter lim="800000"/>
          </a:ln>
          <a:effectLst/>
        </p:spPr>
        <p:txBody>
          <a:bodyPr lIns="121725" tIns="60862" rIns="121725" bIns="60862" rtlCol="0" anchor="ctr"/>
          <a:lstStyle/>
          <a:p>
            <a:r>
              <a:rPr lang="en-US" sz="4400" smtClean="0">
                <a:solidFill>
                  <a:schemeClr val="accent6"/>
                </a:solidFill>
                <a:latin typeface="Arial-Rounded" pitchFamily="34" charset="0"/>
                <a:ea typeface="Arial-Rounded" pitchFamily="34" charset="0"/>
                <a:cs typeface="Arial-Rounded" pitchFamily="34" charset="0"/>
              </a:rPr>
              <a:t>B. </a:t>
            </a:r>
            <a:r>
              <a:rPr lang="en-US" sz="4400" smtClean="0">
                <a:solidFill>
                  <a:srgbClr val="002060"/>
                </a:solidFill>
                <a:latin typeface="Arial-Rounded" pitchFamily="34" charset="0"/>
                <a:ea typeface="Arial-Rounded" pitchFamily="34" charset="0"/>
                <a:cs typeface="Arial-Rounded" pitchFamily="34" charset="0"/>
              </a:rPr>
              <a:t>S</a:t>
            </a:r>
            <a:endParaRPr lang="en-US" sz="4400" dirty="0">
              <a:solidFill>
                <a:srgbClr val="002060"/>
              </a:solidFill>
              <a:latin typeface="Arial-Rounded" pitchFamily="34" charset="0"/>
              <a:ea typeface="Arial-Rounded" pitchFamily="34" charset="0"/>
              <a:cs typeface="Arial-Rounded" pitchFamily="34" charset="0"/>
            </a:endParaRPr>
          </a:p>
        </p:txBody>
      </p:sp>
      <p:pic>
        <p:nvPicPr>
          <p:cNvPr id="17" name="Picture 16"/>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397622" y="3107939"/>
            <a:ext cx="798097" cy="782741"/>
          </a:xfrm>
          <a:prstGeom prst="rect">
            <a:avLst/>
          </a:prstGeom>
        </p:spPr>
      </p:pic>
      <p:pic>
        <p:nvPicPr>
          <p:cNvPr id="18" name="Picture 17"/>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314254" y="4306778"/>
            <a:ext cx="807556" cy="778352"/>
          </a:xfrm>
          <a:prstGeom prst="rect">
            <a:avLst/>
          </a:prstGeom>
        </p:spPr>
      </p:pic>
      <p:sp>
        <p:nvSpPr>
          <p:cNvPr id="19" name="Rectangle 18"/>
          <p:cNvSpPr/>
          <p:nvPr/>
        </p:nvSpPr>
        <p:spPr>
          <a:xfrm>
            <a:off x="1546833" y="5482179"/>
            <a:ext cx="8851392" cy="918621"/>
          </a:xfrm>
          <a:prstGeom prst="rect">
            <a:avLst/>
          </a:prstGeom>
          <a:solidFill>
            <a:srgbClr val="FFFFFF"/>
          </a:solidFill>
          <a:ln w="28575" cap="flat" cmpd="sng" algn="ctr">
            <a:solidFill>
              <a:schemeClr val="tx1"/>
            </a:solidFill>
            <a:prstDash val="solid"/>
            <a:miter lim="800000"/>
          </a:ln>
          <a:effectLst/>
        </p:spPr>
        <p:txBody>
          <a:bodyPr lIns="121725" tIns="60862" rIns="121725" bIns="60862" rtlCol="0" anchor="ctr"/>
          <a:lstStyle/>
          <a:p>
            <a:r>
              <a:rPr lang="en-US" sz="4400" smtClean="0">
                <a:solidFill>
                  <a:schemeClr val="accent6"/>
                </a:solidFill>
                <a:latin typeface="Arial-Rounded" pitchFamily="34" charset="0"/>
                <a:ea typeface="Arial-Rounded" pitchFamily="34" charset="0"/>
                <a:cs typeface="Arial-Rounded" pitchFamily="34" charset="0"/>
              </a:rPr>
              <a:t>C. </a:t>
            </a:r>
            <a:r>
              <a:rPr lang="en-US" sz="4400" smtClean="0">
                <a:solidFill>
                  <a:srgbClr val="002060"/>
                </a:solidFill>
                <a:latin typeface="Arial-Rounded" pitchFamily="34" charset="0"/>
                <a:ea typeface="Arial-Rounded" pitchFamily="34" charset="0"/>
                <a:cs typeface="Arial-Rounded" pitchFamily="34" charset="0"/>
              </a:rPr>
              <a:t>S</a:t>
            </a:r>
            <a:endParaRPr lang="en-US" sz="4400" dirty="0">
              <a:solidFill>
                <a:srgbClr val="002060"/>
              </a:solidFill>
              <a:latin typeface="Arial-Rounded" pitchFamily="34" charset="0"/>
              <a:ea typeface="Arial-Rounded" pitchFamily="34" charset="0"/>
              <a:cs typeface="Arial-Rounded" pitchFamily="34" charset="0"/>
            </a:endParaRPr>
          </a:p>
        </p:txBody>
      </p:sp>
      <p:pic>
        <p:nvPicPr>
          <p:cNvPr id="20" name="Picture 19"/>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314254" y="5559134"/>
            <a:ext cx="807556" cy="778352"/>
          </a:xfrm>
          <a:prstGeom prst="rect">
            <a:avLst/>
          </a:prstGeom>
        </p:spPr>
      </p:pic>
      <p:sp>
        <p:nvSpPr>
          <p:cNvPr id="21" name="Rectangle 20"/>
          <p:cNvSpPr/>
          <p:nvPr/>
        </p:nvSpPr>
        <p:spPr>
          <a:xfrm>
            <a:off x="1280319" y="990560"/>
            <a:ext cx="9525000" cy="861576"/>
          </a:xfrm>
          <a:prstGeom prst="rect">
            <a:avLst/>
          </a:prstGeom>
          <a:solidFill>
            <a:schemeClr val="accent6"/>
          </a:solidFill>
        </p:spPr>
        <p:txBody>
          <a:bodyPr wrap="square" lIns="121725" tIns="60862" rIns="121725" bIns="60862">
            <a:spAutoFit/>
          </a:bodyPr>
          <a:lstStyle/>
          <a:p>
            <a:pPr algn="ctr"/>
            <a:r>
              <a:rPr lang="en-US" sz="4800" b="1" smtClean="0">
                <a:solidFill>
                  <a:schemeClr val="bg1"/>
                </a:solidFill>
                <a:latin typeface="Arial-Rounded" pitchFamily="34" charset="0"/>
                <a:ea typeface="Arial-Rounded" pitchFamily="34" charset="0"/>
                <a:cs typeface="Arial-Rounded" pitchFamily="34" charset="0"/>
              </a:rPr>
              <a:t>Câu hỏi 4</a:t>
            </a:r>
            <a:endParaRPr lang="en-US" sz="4800" b="1" dirty="0">
              <a:solidFill>
                <a:schemeClr val="bg1"/>
              </a:solidFill>
              <a:latin typeface="Arial-Rounded" pitchFamily="34" charset="0"/>
              <a:ea typeface="Arial-Rounded" pitchFamily="34" charset="0"/>
              <a:cs typeface="Arial-Rounded" pitchFamily="34" charset="0"/>
            </a:endParaRPr>
          </a:p>
        </p:txBody>
      </p:sp>
    </p:spTree>
    <p:extLst>
      <p:ext uri="{BB962C8B-B14F-4D97-AF65-F5344CB8AC3E}">
        <p14:creationId xmlns:p14="http://schemas.microsoft.com/office/powerpoint/2010/main" val="1453004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par>
                                <p:cTn id="7" presetID="32" presetClass="emph" presetSubtype="0" repeatCount="indefinite" fill="hold" nodeType="withEffect">
                                  <p:stCondLst>
                                    <p:cond delay="0"/>
                                  </p:stCondLst>
                                  <p:childTnLst>
                                    <p:animRot by="120000">
                                      <p:cBhvr>
                                        <p:cTn id="8" dur="100" fill="hold">
                                          <p:stCondLst>
                                            <p:cond delay="0"/>
                                          </p:stCondLst>
                                        </p:cTn>
                                        <p:tgtEl>
                                          <p:spTgt spid="10"/>
                                        </p:tgtEl>
                                        <p:attrNameLst>
                                          <p:attrName>r</p:attrName>
                                        </p:attrNameLst>
                                      </p:cBhvr>
                                    </p:animRot>
                                    <p:animRot by="-240000">
                                      <p:cBhvr>
                                        <p:cTn id="9" dur="200" fill="hold">
                                          <p:stCondLst>
                                            <p:cond delay="200"/>
                                          </p:stCondLst>
                                        </p:cTn>
                                        <p:tgtEl>
                                          <p:spTgt spid="10"/>
                                        </p:tgtEl>
                                        <p:attrNameLst>
                                          <p:attrName>r</p:attrName>
                                        </p:attrNameLst>
                                      </p:cBhvr>
                                    </p:animRot>
                                    <p:animRot by="240000">
                                      <p:cBhvr>
                                        <p:cTn id="10" dur="200" fill="hold">
                                          <p:stCondLst>
                                            <p:cond delay="400"/>
                                          </p:stCondLst>
                                        </p:cTn>
                                        <p:tgtEl>
                                          <p:spTgt spid="10"/>
                                        </p:tgtEl>
                                        <p:attrNameLst>
                                          <p:attrName>r</p:attrName>
                                        </p:attrNameLst>
                                      </p:cBhvr>
                                    </p:animRot>
                                    <p:animRot by="-240000">
                                      <p:cBhvr>
                                        <p:cTn id="11" dur="200" fill="hold">
                                          <p:stCondLst>
                                            <p:cond delay="600"/>
                                          </p:stCondLst>
                                        </p:cTn>
                                        <p:tgtEl>
                                          <p:spTgt spid="10"/>
                                        </p:tgtEl>
                                        <p:attrNameLst>
                                          <p:attrName>r</p:attrName>
                                        </p:attrNameLst>
                                      </p:cBhvr>
                                    </p:animRot>
                                    <p:animRot by="120000">
                                      <p:cBhvr>
                                        <p:cTn id="12" dur="200" fill="hold">
                                          <p:stCondLst>
                                            <p:cond delay="800"/>
                                          </p:stCondLst>
                                        </p:cTn>
                                        <p:tgtEl>
                                          <p:spTgt spid="10"/>
                                        </p:tgtEl>
                                        <p:attrNameLst>
                                          <p:attrName>r</p:attrName>
                                        </p:attrNameLst>
                                      </p:cBhvr>
                                    </p:animRot>
                                  </p:childTnLst>
                                </p:cTn>
                              </p:par>
                              <p:par>
                                <p:cTn id="13" presetID="16" presetClass="entr" presetSubtype="21"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barn(inVertical)">
                                      <p:cBhvr>
                                        <p:cTn id="15" dur="5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p:cTn id="20" dur="1000" fill="hold"/>
                                        <p:tgtEl>
                                          <p:spTgt spid="12"/>
                                        </p:tgtEl>
                                        <p:attrNameLst>
                                          <p:attrName>ppt_w</p:attrName>
                                        </p:attrNameLst>
                                      </p:cBhvr>
                                      <p:tavLst>
                                        <p:tav tm="0">
                                          <p:val>
                                            <p:strVal val="#ppt_w*0.70"/>
                                          </p:val>
                                        </p:tav>
                                        <p:tav tm="100000">
                                          <p:val>
                                            <p:strVal val="#ppt_w"/>
                                          </p:val>
                                        </p:tav>
                                      </p:tavLst>
                                    </p:anim>
                                    <p:anim calcmode="lin" valueType="num">
                                      <p:cBhvr>
                                        <p:cTn id="21" dur="1000" fill="hold"/>
                                        <p:tgtEl>
                                          <p:spTgt spid="12"/>
                                        </p:tgtEl>
                                        <p:attrNameLst>
                                          <p:attrName>ppt_h</p:attrName>
                                        </p:attrNameLst>
                                      </p:cBhvr>
                                      <p:tavLst>
                                        <p:tav tm="0">
                                          <p:val>
                                            <p:strVal val="#ppt_h"/>
                                          </p:val>
                                        </p:tav>
                                        <p:tav tm="100000">
                                          <p:val>
                                            <p:strVal val="#ppt_h"/>
                                          </p:val>
                                        </p:tav>
                                      </p:tavLst>
                                    </p:anim>
                                    <p:animEffect transition="in" filter="fade">
                                      <p:cBhvr>
                                        <p:cTn id="22" dur="1000"/>
                                        <p:tgtEl>
                                          <p:spTgt spid="12"/>
                                        </p:tgtEl>
                                      </p:cBhvr>
                                    </p:animEffect>
                                  </p:childTnLst>
                                </p:cTn>
                              </p:par>
                              <p:par>
                                <p:cTn id="23" presetID="55"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p:cTn id="25" dur="1000" fill="hold"/>
                                        <p:tgtEl>
                                          <p:spTgt spid="16"/>
                                        </p:tgtEl>
                                        <p:attrNameLst>
                                          <p:attrName>ppt_w</p:attrName>
                                        </p:attrNameLst>
                                      </p:cBhvr>
                                      <p:tavLst>
                                        <p:tav tm="0">
                                          <p:val>
                                            <p:strVal val="#ppt_w*0.70"/>
                                          </p:val>
                                        </p:tav>
                                        <p:tav tm="100000">
                                          <p:val>
                                            <p:strVal val="#ppt_w"/>
                                          </p:val>
                                        </p:tav>
                                      </p:tavLst>
                                    </p:anim>
                                    <p:anim calcmode="lin" valueType="num">
                                      <p:cBhvr>
                                        <p:cTn id="26" dur="1000" fill="hold"/>
                                        <p:tgtEl>
                                          <p:spTgt spid="16"/>
                                        </p:tgtEl>
                                        <p:attrNameLst>
                                          <p:attrName>ppt_h</p:attrName>
                                        </p:attrNameLst>
                                      </p:cBhvr>
                                      <p:tavLst>
                                        <p:tav tm="0">
                                          <p:val>
                                            <p:strVal val="#ppt_h"/>
                                          </p:val>
                                        </p:tav>
                                        <p:tav tm="100000">
                                          <p:val>
                                            <p:strVal val="#ppt_h"/>
                                          </p:val>
                                        </p:tav>
                                      </p:tavLst>
                                    </p:anim>
                                    <p:animEffect transition="in" filter="fade">
                                      <p:cBhvr>
                                        <p:cTn id="27" dur="1000"/>
                                        <p:tgtEl>
                                          <p:spTgt spid="16"/>
                                        </p:tgtEl>
                                      </p:cBhvr>
                                    </p:animEffect>
                                  </p:childTnLst>
                                </p:cTn>
                              </p:par>
                              <p:par>
                                <p:cTn id="28" presetID="55"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p:cTn id="30" dur="1000" fill="hold"/>
                                        <p:tgtEl>
                                          <p:spTgt spid="19"/>
                                        </p:tgtEl>
                                        <p:attrNameLst>
                                          <p:attrName>ppt_w</p:attrName>
                                        </p:attrNameLst>
                                      </p:cBhvr>
                                      <p:tavLst>
                                        <p:tav tm="0">
                                          <p:val>
                                            <p:strVal val="#ppt_w*0.70"/>
                                          </p:val>
                                        </p:tav>
                                        <p:tav tm="100000">
                                          <p:val>
                                            <p:strVal val="#ppt_w"/>
                                          </p:val>
                                        </p:tav>
                                      </p:tavLst>
                                    </p:anim>
                                    <p:anim calcmode="lin" valueType="num">
                                      <p:cBhvr>
                                        <p:cTn id="31" dur="1000" fill="hold"/>
                                        <p:tgtEl>
                                          <p:spTgt spid="19"/>
                                        </p:tgtEl>
                                        <p:attrNameLst>
                                          <p:attrName>ppt_h</p:attrName>
                                        </p:attrNameLst>
                                      </p:cBhvr>
                                      <p:tavLst>
                                        <p:tav tm="0">
                                          <p:val>
                                            <p:strVal val="#ppt_h"/>
                                          </p:val>
                                        </p:tav>
                                        <p:tav tm="100000">
                                          <p:val>
                                            <p:strVal val="#ppt_h"/>
                                          </p:val>
                                        </p:tav>
                                      </p:tavLst>
                                    </p:anim>
                                    <p:animEffect transition="in" filter="fade">
                                      <p:cBhvr>
                                        <p:cTn id="32"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8868" numSld="999">
                <p:cTn id="33" repeatCount="indefinite" fill="hold" display="0">
                  <p:stCondLst>
                    <p:cond delay="indefinite"/>
                  </p:stCondLst>
                  <p:endCondLst>
                    <p:cond evt="onStopAudio" delay="0">
                      <p:tgtEl>
                        <p:sldTgt/>
                      </p:tgtEl>
                    </p:cond>
                  </p:endCondLst>
                </p:cTn>
                <p:tgtEl>
                  <p:spTgt spid="11"/>
                </p:tgtEl>
              </p:cMediaNode>
            </p:audio>
            <p:seq concurrent="1" nextAc="seek">
              <p:cTn id="34" restart="whenNotActive" fill="hold" evtFilter="cancelBubble" nodeType="interactiveSeq">
                <p:stCondLst>
                  <p:cond evt="onClick" delay="0">
                    <p:tgtEl>
                      <p:spTgt spid="12"/>
                    </p:tgtEl>
                  </p:cond>
                </p:stCondLst>
                <p:endSync evt="end" delay="0">
                  <p:rtn val="all"/>
                </p:endSync>
                <p:childTnLst>
                  <p:par>
                    <p:cTn id="35" fill="hold">
                      <p:stCondLst>
                        <p:cond delay="0"/>
                      </p:stCondLst>
                      <p:childTnLst>
                        <p:par>
                          <p:cTn id="36" fill="hold">
                            <p:stCondLst>
                              <p:cond delay="0"/>
                            </p:stCondLst>
                            <p:childTnLst>
                              <p:par>
                                <p:cTn id="37" presetID="1" presetClass="emph" presetSubtype="2" fill="hold" nodeType="withEffect">
                                  <p:stCondLst>
                                    <p:cond delay="0"/>
                                  </p:stCondLst>
                                  <p:childTnLst>
                                    <p:animClr clrSpc="rgb" dir="cw">
                                      <p:cBhvr>
                                        <p:cTn id="38" dur="250" fill="hold"/>
                                        <p:tgtEl>
                                          <p:spTgt spid="12"/>
                                        </p:tgtEl>
                                        <p:attrNameLst>
                                          <p:attrName>fillcolor</p:attrName>
                                        </p:attrNameLst>
                                      </p:cBhvr>
                                      <p:to>
                                        <a:schemeClr val="bg2"/>
                                      </p:to>
                                    </p:animClr>
                                    <p:set>
                                      <p:cBhvr>
                                        <p:cTn id="39" dur="250" fill="hold"/>
                                        <p:tgtEl>
                                          <p:spTgt spid="12"/>
                                        </p:tgtEl>
                                        <p:attrNameLst>
                                          <p:attrName>fill.type</p:attrName>
                                        </p:attrNameLst>
                                      </p:cBhvr>
                                      <p:to>
                                        <p:strVal val="solid"/>
                                      </p:to>
                                    </p:set>
                                    <p:set>
                                      <p:cBhvr>
                                        <p:cTn id="40" dur="250" fill="hold"/>
                                        <p:tgtEl>
                                          <p:spTgt spid="12"/>
                                        </p:tgtEl>
                                        <p:attrNameLst>
                                          <p:attrName>fill.on</p:attrName>
                                        </p:attrNameLst>
                                      </p:cBhvr>
                                      <p:to>
                                        <p:strVal val="true"/>
                                      </p:to>
                                    </p:set>
                                  </p:childTnLst>
                                  <p:subTnLst>
                                    <p:audio>
                                      <p:cMediaNode>
                                        <p:cTn display="0" masterRel="sameClick">
                                          <p:stCondLst>
                                            <p:cond evt="begin" delay="0">
                                              <p:tn val="37"/>
                                            </p:cond>
                                          </p:stCondLst>
                                          <p:endCondLst>
                                            <p:cond evt="onStopAudio" delay="0">
                                              <p:tgtEl>
                                                <p:sldTgt/>
                                              </p:tgtEl>
                                            </p:cond>
                                          </p:endCondLst>
                                        </p:cTn>
                                        <p:tgtEl>
                                          <p:sndTgt r:embed="rId5" name="click.wav"/>
                                        </p:tgtEl>
                                      </p:cMediaNode>
                                    </p:audio>
                                  </p:subTnLst>
                                </p:cTn>
                              </p:par>
                              <p:par>
                                <p:cTn id="41" presetID="1" presetClass="emph" presetSubtype="2" fill="hold" nodeType="withEffect">
                                  <p:stCondLst>
                                    <p:cond delay="500"/>
                                  </p:stCondLst>
                                  <p:childTnLst>
                                    <p:animClr clrSpc="rgb" dir="cw">
                                      <p:cBhvr>
                                        <p:cTn id="42" dur="250" fill="hold"/>
                                        <p:tgtEl>
                                          <p:spTgt spid="12"/>
                                        </p:tgtEl>
                                        <p:attrNameLst>
                                          <p:attrName>fillcolor</p:attrName>
                                        </p:attrNameLst>
                                      </p:cBhvr>
                                      <p:to>
                                        <a:schemeClr val="bg2"/>
                                      </p:to>
                                    </p:animClr>
                                    <p:set>
                                      <p:cBhvr>
                                        <p:cTn id="43" dur="250" fill="hold"/>
                                        <p:tgtEl>
                                          <p:spTgt spid="12"/>
                                        </p:tgtEl>
                                        <p:attrNameLst>
                                          <p:attrName>fill.type</p:attrName>
                                        </p:attrNameLst>
                                      </p:cBhvr>
                                      <p:to>
                                        <p:strVal val="solid"/>
                                      </p:to>
                                    </p:set>
                                    <p:set>
                                      <p:cBhvr>
                                        <p:cTn id="44" dur="250" fill="hold"/>
                                        <p:tgtEl>
                                          <p:spTgt spid="12"/>
                                        </p:tgtEl>
                                        <p:attrNameLst>
                                          <p:attrName>fill.on</p:attrName>
                                        </p:attrNameLst>
                                      </p:cBhvr>
                                      <p:to>
                                        <p:strVal val="true"/>
                                      </p:to>
                                    </p:set>
                                  </p:childTnLst>
                                </p:cTn>
                              </p:par>
                              <p:par>
                                <p:cTn id="45" presetID="23" presetClass="entr" presetSubtype="32" fill="hold" nodeType="withEffect">
                                  <p:stCondLst>
                                    <p:cond delay="500"/>
                                  </p:stCondLst>
                                  <p:childTnLst>
                                    <p:set>
                                      <p:cBhvr>
                                        <p:cTn id="46" dur="1" fill="hold">
                                          <p:stCondLst>
                                            <p:cond delay="0"/>
                                          </p:stCondLst>
                                        </p:cTn>
                                        <p:tgtEl>
                                          <p:spTgt spid="17"/>
                                        </p:tgtEl>
                                        <p:attrNameLst>
                                          <p:attrName>style.visibility</p:attrName>
                                        </p:attrNameLst>
                                      </p:cBhvr>
                                      <p:to>
                                        <p:strVal val="visible"/>
                                      </p:to>
                                    </p:set>
                                    <p:anim calcmode="lin" valueType="num">
                                      <p:cBhvr>
                                        <p:cTn id="47" dur="250" fill="hold"/>
                                        <p:tgtEl>
                                          <p:spTgt spid="17"/>
                                        </p:tgtEl>
                                        <p:attrNameLst>
                                          <p:attrName>ppt_w</p:attrName>
                                        </p:attrNameLst>
                                      </p:cBhvr>
                                      <p:tavLst>
                                        <p:tav tm="0">
                                          <p:val>
                                            <p:strVal val="4*#ppt_w"/>
                                          </p:val>
                                        </p:tav>
                                        <p:tav tm="100000">
                                          <p:val>
                                            <p:strVal val="#ppt_w"/>
                                          </p:val>
                                        </p:tav>
                                      </p:tavLst>
                                    </p:anim>
                                    <p:anim calcmode="lin" valueType="num">
                                      <p:cBhvr>
                                        <p:cTn id="48" dur="250" fill="hold"/>
                                        <p:tgtEl>
                                          <p:spTgt spid="17"/>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45"/>
                                            </p:cond>
                                          </p:stCondLst>
                                          <p:endCondLst>
                                            <p:cond evt="onStopAudio" delay="0">
                                              <p:tgtEl>
                                                <p:sldTgt/>
                                              </p:tgtEl>
                                            </p:cond>
                                          </p:endCondLst>
                                        </p:cTn>
                                        <p:tgtEl>
                                          <p:sndTgt r:embed="rId6" name="Check mark.wav"/>
                                        </p:tgtEl>
                                      </p:cMediaNode>
                                    </p:audio>
                                  </p:subTnLst>
                                </p:cTn>
                              </p:par>
                            </p:childTnLst>
                          </p:cTn>
                        </p:par>
                      </p:childTnLst>
                    </p:cTn>
                  </p:par>
                </p:childTnLst>
              </p:cTn>
              <p:nextCondLst>
                <p:cond evt="onClick" delay="0">
                  <p:tgtEl>
                    <p:spTgt spid="12"/>
                  </p:tgtEl>
                </p:cond>
              </p:nextCondLst>
            </p:seq>
            <p:seq concurrent="1" nextAc="seek">
              <p:cTn id="49" restart="whenNotActive" fill="hold" evtFilter="cancelBubble" nodeType="interactiveSeq">
                <p:stCondLst>
                  <p:cond evt="onClick" delay="0">
                    <p:tgtEl>
                      <p:spTgt spid="16"/>
                    </p:tgtEl>
                  </p:cond>
                </p:stCondLst>
                <p:endSync evt="end" delay="0">
                  <p:rtn val="all"/>
                </p:endSync>
                <p:childTnLst>
                  <p:par>
                    <p:cTn id="50" fill="hold">
                      <p:stCondLst>
                        <p:cond delay="0"/>
                      </p:stCondLst>
                      <p:childTnLst>
                        <p:par>
                          <p:cTn id="51" fill="hold">
                            <p:stCondLst>
                              <p:cond delay="0"/>
                            </p:stCondLst>
                            <p:childTnLst>
                              <p:par>
                                <p:cTn id="52" presetID="1" presetClass="emph" presetSubtype="2" fill="hold" nodeType="withEffect">
                                  <p:stCondLst>
                                    <p:cond delay="0"/>
                                  </p:stCondLst>
                                  <p:childTnLst>
                                    <p:animClr clrSpc="rgb" dir="cw">
                                      <p:cBhvr>
                                        <p:cTn id="53" dur="250" fill="hold"/>
                                        <p:tgtEl>
                                          <p:spTgt spid="16"/>
                                        </p:tgtEl>
                                        <p:attrNameLst>
                                          <p:attrName>fillcolor</p:attrName>
                                        </p:attrNameLst>
                                      </p:cBhvr>
                                      <p:to>
                                        <a:schemeClr val="accent1"/>
                                      </p:to>
                                    </p:animClr>
                                    <p:set>
                                      <p:cBhvr>
                                        <p:cTn id="54" dur="250" fill="hold"/>
                                        <p:tgtEl>
                                          <p:spTgt spid="16"/>
                                        </p:tgtEl>
                                        <p:attrNameLst>
                                          <p:attrName>fill.type</p:attrName>
                                        </p:attrNameLst>
                                      </p:cBhvr>
                                      <p:to>
                                        <p:strVal val="solid"/>
                                      </p:to>
                                    </p:set>
                                    <p:set>
                                      <p:cBhvr>
                                        <p:cTn id="55" dur="250" fill="hold"/>
                                        <p:tgtEl>
                                          <p:spTgt spid="16"/>
                                        </p:tgtEl>
                                        <p:attrNameLst>
                                          <p:attrName>fill.on</p:attrName>
                                        </p:attrNameLst>
                                      </p:cBhvr>
                                      <p:to>
                                        <p:strVal val="true"/>
                                      </p:to>
                                    </p:set>
                                  </p:childTnLst>
                                  <p:subTnLst>
                                    <p:audio>
                                      <p:cMediaNode>
                                        <p:cTn display="0" masterRel="sameClick">
                                          <p:stCondLst>
                                            <p:cond evt="begin" delay="0">
                                              <p:tn val="52"/>
                                            </p:cond>
                                          </p:stCondLst>
                                          <p:endCondLst>
                                            <p:cond evt="onStopAudio" delay="0">
                                              <p:tgtEl>
                                                <p:sldTgt/>
                                              </p:tgtEl>
                                            </p:cond>
                                          </p:endCondLst>
                                        </p:cTn>
                                        <p:tgtEl>
                                          <p:sndTgt r:embed="rId5" name="click.wav"/>
                                        </p:tgtEl>
                                      </p:cMediaNode>
                                    </p:audio>
                                  </p:subTnLst>
                                </p:cTn>
                              </p:par>
                              <p:par>
                                <p:cTn id="56" presetID="1" presetClass="emph" presetSubtype="2" fill="hold" nodeType="withEffect">
                                  <p:stCondLst>
                                    <p:cond delay="500"/>
                                  </p:stCondLst>
                                  <p:childTnLst>
                                    <p:animClr clrSpc="rgb" dir="cw">
                                      <p:cBhvr>
                                        <p:cTn id="57" dur="250" fill="hold"/>
                                        <p:tgtEl>
                                          <p:spTgt spid="16"/>
                                        </p:tgtEl>
                                        <p:attrNameLst>
                                          <p:attrName>fillcolor</p:attrName>
                                        </p:attrNameLst>
                                      </p:cBhvr>
                                      <p:to>
                                        <a:schemeClr val="accent1"/>
                                      </p:to>
                                    </p:animClr>
                                    <p:set>
                                      <p:cBhvr>
                                        <p:cTn id="58" dur="250" fill="hold"/>
                                        <p:tgtEl>
                                          <p:spTgt spid="16"/>
                                        </p:tgtEl>
                                        <p:attrNameLst>
                                          <p:attrName>fill.type</p:attrName>
                                        </p:attrNameLst>
                                      </p:cBhvr>
                                      <p:to>
                                        <p:strVal val="solid"/>
                                      </p:to>
                                    </p:set>
                                    <p:set>
                                      <p:cBhvr>
                                        <p:cTn id="59" dur="250" fill="hold"/>
                                        <p:tgtEl>
                                          <p:spTgt spid="16"/>
                                        </p:tgtEl>
                                        <p:attrNameLst>
                                          <p:attrName>fill.on</p:attrName>
                                        </p:attrNameLst>
                                      </p:cBhvr>
                                      <p:to>
                                        <p:strVal val="true"/>
                                      </p:to>
                                    </p:set>
                                  </p:childTnLst>
                                </p:cTn>
                              </p:par>
                              <p:par>
                                <p:cTn id="60" presetID="23" presetClass="entr" presetSubtype="32" fill="hold" nodeType="withEffect">
                                  <p:stCondLst>
                                    <p:cond delay="500"/>
                                  </p:stCondLst>
                                  <p:childTnLst>
                                    <p:set>
                                      <p:cBhvr>
                                        <p:cTn id="61" dur="1" fill="hold">
                                          <p:stCondLst>
                                            <p:cond delay="0"/>
                                          </p:stCondLst>
                                        </p:cTn>
                                        <p:tgtEl>
                                          <p:spTgt spid="18"/>
                                        </p:tgtEl>
                                        <p:attrNameLst>
                                          <p:attrName>style.visibility</p:attrName>
                                        </p:attrNameLst>
                                      </p:cBhvr>
                                      <p:to>
                                        <p:strVal val="visible"/>
                                      </p:to>
                                    </p:set>
                                    <p:anim calcmode="lin" valueType="num">
                                      <p:cBhvr>
                                        <p:cTn id="62" dur="250" fill="hold"/>
                                        <p:tgtEl>
                                          <p:spTgt spid="18"/>
                                        </p:tgtEl>
                                        <p:attrNameLst>
                                          <p:attrName>ppt_w</p:attrName>
                                        </p:attrNameLst>
                                      </p:cBhvr>
                                      <p:tavLst>
                                        <p:tav tm="0">
                                          <p:val>
                                            <p:strVal val="4*#ppt_w"/>
                                          </p:val>
                                        </p:tav>
                                        <p:tav tm="100000">
                                          <p:val>
                                            <p:strVal val="#ppt_w"/>
                                          </p:val>
                                        </p:tav>
                                      </p:tavLst>
                                    </p:anim>
                                    <p:anim calcmode="lin" valueType="num">
                                      <p:cBhvr>
                                        <p:cTn id="63" dur="250" fill="hold"/>
                                        <p:tgtEl>
                                          <p:spTgt spid="18"/>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60"/>
                                            </p:cond>
                                          </p:stCondLst>
                                          <p:endCondLst>
                                            <p:cond evt="onStopAudio" delay="0">
                                              <p:tgtEl>
                                                <p:sldTgt/>
                                              </p:tgtEl>
                                            </p:cond>
                                          </p:endCondLst>
                                        </p:cTn>
                                        <p:tgtEl>
                                          <p:sndTgt r:embed="rId7" name="Wrong Buzzer.wav"/>
                                        </p:tgtEl>
                                      </p:cMediaNode>
                                    </p:audio>
                                  </p:subTnLst>
                                </p:cTn>
                              </p:par>
                            </p:childTnLst>
                          </p:cTn>
                        </p:par>
                      </p:childTnLst>
                    </p:cTn>
                  </p:par>
                </p:childTnLst>
              </p:cTn>
              <p:nextCondLst>
                <p:cond evt="onClick" delay="0">
                  <p:tgtEl>
                    <p:spTgt spid="16"/>
                  </p:tgtEl>
                </p:cond>
              </p:nextCondLst>
            </p:seq>
            <p:seq concurrent="1" nextAc="seek">
              <p:cTn id="64" restart="whenNotActive" fill="hold" evtFilter="cancelBubble" nodeType="interactiveSeq">
                <p:stCondLst>
                  <p:cond evt="onClick" delay="0">
                    <p:tgtEl>
                      <p:spTgt spid="19"/>
                    </p:tgtEl>
                  </p:cond>
                </p:stCondLst>
                <p:endSync evt="end" delay="0">
                  <p:rtn val="all"/>
                </p:endSync>
                <p:childTnLst>
                  <p:par>
                    <p:cTn id="65" fill="hold">
                      <p:stCondLst>
                        <p:cond delay="0"/>
                      </p:stCondLst>
                      <p:childTnLst>
                        <p:par>
                          <p:cTn id="66" fill="hold">
                            <p:stCondLst>
                              <p:cond delay="0"/>
                            </p:stCondLst>
                            <p:childTnLst>
                              <p:par>
                                <p:cTn id="67" presetID="1" presetClass="emph" presetSubtype="2" fill="hold" nodeType="withEffect">
                                  <p:stCondLst>
                                    <p:cond delay="0"/>
                                  </p:stCondLst>
                                  <p:childTnLst>
                                    <p:animClr clrSpc="rgb" dir="cw">
                                      <p:cBhvr>
                                        <p:cTn id="68" dur="250" fill="hold"/>
                                        <p:tgtEl>
                                          <p:spTgt spid="19"/>
                                        </p:tgtEl>
                                        <p:attrNameLst>
                                          <p:attrName>fillcolor</p:attrName>
                                        </p:attrNameLst>
                                      </p:cBhvr>
                                      <p:to>
                                        <a:schemeClr val="accent1"/>
                                      </p:to>
                                    </p:animClr>
                                    <p:set>
                                      <p:cBhvr>
                                        <p:cTn id="69" dur="250" fill="hold"/>
                                        <p:tgtEl>
                                          <p:spTgt spid="19"/>
                                        </p:tgtEl>
                                        <p:attrNameLst>
                                          <p:attrName>fill.type</p:attrName>
                                        </p:attrNameLst>
                                      </p:cBhvr>
                                      <p:to>
                                        <p:strVal val="solid"/>
                                      </p:to>
                                    </p:set>
                                    <p:set>
                                      <p:cBhvr>
                                        <p:cTn id="70" dur="250" fill="hold"/>
                                        <p:tgtEl>
                                          <p:spTgt spid="19"/>
                                        </p:tgtEl>
                                        <p:attrNameLst>
                                          <p:attrName>fill.on</p:attrName>
                                        </p:attrNameLst>
                                      </p:cBhvr>
                                      <p:to>
                                        <p:strVal val="true"/>
                                      </p:to>
                                    </p:set>
                                  </p:childTnLst>
                                  <p:subTnLst>
                                    <p:audio>
                                      <p:cMediaNode>
                                        <p:cTn display="0" masterRel="sameClick">
                                          <p:stCondLst>
                                            <p:cond evt="begin" delay="0">
                                              <p:tn val="67"/>
                                            </p:cond>
                                          </p:stCondLst>
                                          <p:endCondLst>
                                            <p:cond evt="onStopAudio" delay="0">
                                              <p:tgtEl>
                                                <p:sldTgt/>
                                              </p:tgtEl>
                                            </p:cond>
                                          </p:endCondLst>
                                        </p:cTn>
                                        <p:tgtEl>
                                          <p:sndTgt r:embed="rId5" name="click.wav"/>
                                        </p:tgtEl>
                                      </p:cMediaNode>
                                    </p:audio>
                                  </p:subTnLst>
                                </p:cTn>
                              </p:par>
                              <p:par>
                                <p:cTn id="71" presetID="1" presetClass="emph" presetSubtype="2" fill="hold" nodeType="withEffect">
                                  <p:stCondLst>
                                    <p:cond delay="500"/>
                                  </p:stCondLst>
                                  <p:childTnLst>
                                    <p:animClr clrSpc="rgb" dir="cw">
                                      <p:cBhvr>
                                        <p:cTn id="72" dur="250" fill="hold"/>
                                        <p:tgtEl>
                                          <p:spTgt spid="19"/>
                                        </p:tgtEl>
                                        <p:attrNameLst>
                                          <p:attrName>fillcolor</p:attrName>
                                        </p:attrNameLst>
                                      </p:cBhvr>
                                      <p:to>
                                        <a:schemeClr val="accent1"/>
                                      </p:to>
                                    </p:animClr>
                                    <p:set>
                                      <p:cBhvr>
                                        <p:cTn id="73" dur="250" fill="hold"/>
                                        <p:tgtEl>
                                          <p:spTgt spid="19"/>
                                        </p:tgtEl>
                                        <p:attrNameLst>
                                          <p:attrName>fill.type</p:attrName>
                                        </p:attrNameLst>
                                      </p:cBhvr>
                                      <p:to>
                                        <p:strVal val="solid"/>
                                      </p:to>
                                    </p:set>
                                    <p:set>
                                      <p:cBhvr>
                                        <p:cTn id="74" dur="250" fill="hold"/>
                                        <p:tgtEl>
                                          <p:spTgt spid="19"/>
                                        </p:tgtEl>
                                        <p:attrNameLst>
                                          <p:attrName>fill.on</p:attrName>
                                        </p:attrNameLst>
                                      </p:cBhvr>
                                      <p:to>
                                        <p:strVal val="true"/>
                                      </p:to>
                                    </p:set>
                                  </p:childTnLst>
                                </p:cTn>
                              </p:par>
                              <p:par>
                                <p:cTn id="75" presetID="23" presetClass="entr" presetSubtype="32" fill="hold" nodeType="withEffect">
                                  <p:stCondLst>
                                    <p:cond delay="500"/>
                                  </p:stCondLst>
                                  <p:childTnLst>
                                    <p:set>
                                      <p:cBhvr>
                                        <p:cTn id="76" dur="1" fill="hold">
                                          <p:stCondLst>
                                            <p:cond delay="0"/>
                                          </p:stCondLst>
                                        </p:cTn>
                                        <p:tgtEl>
                                          <p:spTgt spid="20"/>
                                        </p:tgtEl>
                                        <p:attrNameLst>
                                          <p:attrName>style.visibility</p:attrName>
                                        </p:attrNameLst>
                                      </p:cBhvr>
                                      <p:to>
                                        <p:strVal val="visible"/>
                                      </p:to>
                                    </p:set>
                                    <p:anim calcmode="lin" valueType="num">
                                      <p:cBhvr>
                                        <p:cTn id="77" dur="250" fill="hold"/>
                                        <p:tgtEl>
                                          <p:spTgt spid="20"/>
                                        </p:tgtEl>
                                        <p:attrNameLst>
                                          <p:attrName>ppt_w</p:attrName>
                                        </p:attrNameLst>
                                      </p:cBhvr>
                                      <p:tavLst>
                                        <p:tav tm="0">
                                          <p:val>
                                            <p:strVal val="4*#ppt_w"/>
                                          </p:val>
                                        </p:tav>
                                        <p:tav tm="100000">
                                          <p:val>
                                            <p:strVal val="#ppt_w"/>
                                          </p:val>
                                        </p:tav>
                                      </p:tavLst>
                                    </p:anim>
                                    <p:anim calcmode="lin" valueType="num">
                                      <p:cBhvr>
                                        <p:cTn id="78" dur="250" fill="hold"/>
                                        <p:tgtEl>
                                          <p:spTgt spid="20"/>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75"/>
                                            </p:cond>
                                          </p:stCondLst>
                                          <p:endCondLst>
                                            <p:cond evt="onStopAudio" delay="0">
                                              <p:tgtEl>
                                                <p:sldTgt/>
                                              </p:tgtEl>
                                            </p:cond>
                                          </p:endCondLst>
                                        </p:cTn>
                                        <p:tgtEl>
                                          <p:sndTgt r:embed="rId7" name="Wrong Buzzer.wav"/>
                                        </p:tgtEl>
                                      </p:cMediaNode>
                                    </p:audio>
                                  </p:subTnLst>
                                </p:cTn>
                              </p:par>
                            </p:childTnLst>
                          </p:cTn>
                        </p:par>
                      </p:childTnLst>
                    </p:cTn>
                  </p:par>
                </p:childTnLst>
              </p:cTn>
              <p:nextCondLst>
                <p:cond evt="onClick" delay="0">
                  <p:tgtEl>
                    <p:spTgt spid="19"/>
                  </p:tgtEl>
                </p:cond>
              </p:nextCondLst>
            </p:seq>
          </p:childTnLst>
        </p:cTn>
      </p:par>
    </p:tnLst>
    <p:bldLst>
      <p:bldP spid="12" grpId="0" animBg="1"/>
      <p:bldP spid="16" grpId="0" animBg="1"/>
      <p:bldP spid="19"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descr="Cloud Clip Art at Clker.com - vector clip art online, royalty free &amp;amp; public  domain"/>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21688" y="507581"/>
            <a:ext cx="1820975" cy="100760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Cloud Clip Art at Clker.com - vector clip art online, royalty free &amp;amp; public  domain"/>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180615" y="76200"/>
            <a:ext cx="2003073" cy="110836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 y="0"/>
            <a:ext cx="12161839" cy="6858000"/>
          </a:xfrm>
          <a:prstGeom prst="rect">
            <a:avLst/>
          </a:prstGeom>
        </p:spPr>
      </p:pic>
      <p:pic>
        <p:nvPicPr>
          <p:cNvPr id="11" name="Tieng-song-bien-www_nhacchuongvui_com.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929481" y="1981200"/>
            <a:ext cx="609600" cy="609600"/>
          </a:xfrm>
          <a:prstGeom prst="rect">
            <a:avLst/>
          </a:prstGeom>
        </p:spPr>
      </p:pic>
      <p:pic>
        <p:nvPicPr>
          <p:cNvPr id="1026" name="Picture 2" descr="Cloud Clip Art at Clker.com - vector clip art online, royalty free &amp;amp; public  domain"/>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0275394" y="76200"/>
            <a:ext cx="1368125" cy="75703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Cloud Clip Art at Clker.com - vector clip art online, royalty free &amp;amp; public  domain"/>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520606" y="353013"/>
            <a:ext cx="2003073" cy="110836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hlinkClick r:id="rId13" action="ppaction://hlinksldjump"/>
          </p:cNvPr>
          <p:cNvPicPr>
            <a:picLocks noChangeAspect="1"/>
          </p:cNvPicPr>
          <p:nvPr/>
        </p:nvPicPr>
        <p:blipFill>
          <a:blip r:embed="rId14">
            <a:extLst>
              <a:ext uri="{BEBA8EAE-BF5A-486C-A8C5-ECC9F3942E4B}">
                <a14:imgProps xmlns:a14="http://schemas.microsoft.com/office/drawing/2010/main">
                  <a14:imgLayer r:embed="rId15">
                    <a14:imgEffect>
                      <a14:backgroundRemoval t="0" b="89516" l="0" r="100000">
                        <a14:backgroundMark x1="16256" y1="8871" x2="5911" y2="45161"/>
                        <a14:backgroundMark x1="83744" y1="4435" x2="90640" y2="28629"/>
                        <a14:backgroundMark x1="89163" y1="72581" x2="93103" y2="69355"/>
                      </a14:backgroundRemoval>
                    </a14:imgEffect>
                  </a14:imgLayer>
                </a14:imgProps>
              </a:ext>
              <a:ext uri="{28A0092B-C50C-407E-A947-70E740481C1C}">
                <a14:useLocalDpi xmlns:a14="http://schemas.microsoft.com/office/drawing/2010/main" val="0"/>
              </a:ext>
            </a:extLst>
          </a:blip>
          <a:stretch>
            <a:fillRect/>
          </a:stretch>
        </p:blipFill>
        <p:spPr>
          <a:xfrm>
            <a:off x="184017" y="5354848"/>
            <a:ext cx="1246573" cy="1522906"/>
          </a:xfrm>
          <a:prstGeom prst="rect">
            <a:avLst/>
          </a:prstGeom>
        </p:spPr>
      </p:pic>
      <p:sp>
        <p:nvSpPr>
          <p:cNvPr id="22" name="Rectangle 21"/>
          <p:cNvSpPr/>
          <p:nvPr/>
        </p:nvSpPr>
        <p:spPr>
          <a:xfrm>
            <a:off x="1549317" y="5479249"/>
            <a:ext cx="8851392" cy="921551"/>
          </a:xfrm>
          <a:prstGeom prst="rect">
            <a:avLst/>
          </a:prstGeom>
          <a:solidFill>
            <a:srgbClr val="FFFFFF"/>
          </a:solidFill>
          <a:ln w="28575" cap="flat" cmpd="sng" algn="ctr">
            <a:solidFill>
              <a:schemeClr val="tx1"/>
            </a:solidFill>
            <a:prstDash val="solid"/>
            <a:miter lim="800000"/>
          </a:ln>
          <a:effectLst/>
        </p:spPr>
        <p:txBody>
          <a:bodyPr lIns="121725" tIns="60862" rIns="121725" bIns="60862" rtlCol="0" anchor="ctr"/>
          <a:lstStyle/>
          <a:p>
            <a:pPr lvl="0">
              <a:buClrTx/>
              <a:defRPr/>
            </a:pPr>
            <a:r>
              <a:rPr lang="vi-VN" sz="4400" dirty="0">
                <a:solidFill>
                  <a:schemeClr val="accent6"/>
                </a:solidFill>
                <a:latin typeface="Arial-Rounded" pitchFamily="34" charset="0"/>
                <a:ea typeface="Arial-Rounded" pitchFamily="34" charset="0"/>
                <a:cs typeface="Arial-Rounded" pitchFamily="34" charset="0"/>
              </a:rPr>
              <a:t>C</a:t>
            </a:r>
            <a:r>
              <a:rPr lang="vi-VN" sz="4400">
                <a:solidFill>
                  <a:schemeClr val="accent6"/>
                </a:solidFill>
                <a:latin typeface="Arial-Rounded" pitchFamily="34" charset="0"/>
                <a:ea typeface="Arial-Rounded" pitchFamily="34" charset="0"/>
                <a:cs typeface="Arial-Rounded" pitchFamily="34" charset="0"/>
              </a:rPr>
              <a:t>. </a:t>
            </a:r>
            <a:r>
              <a:rPr lang="en-US" sz="4400">
                <a:solidFill>
                  <a:srgbClr val="002060"/>
                </a:solidFill>
                <a:latin typeface="Arial-Rounded" pitchFamily="34" charset="0"/>
                <a:ea typeface="Arial-Rounded" pitchFamily="34" charset="0"/>
                <a:cs typeface="Arial-Rounded" pitchFamily="34" charset="0"/>
              </a:rPr>
              <a:t>Đ</a:t>
            </a:r>
            <a:endParaRPr lang="vi-VN" sz="4400" dirty="0">
              <a:solidFill>
                <a:srgbClr val="002060"/>
              </a:solidFill>
              <a:latin typeface="Arial-Rounded" pitchFamily="34" charset="0"/>
              <a:ea typeface="Arial-Rounded" pitchFamily="34" charset="0"/>
              <a:cs typeface="Arial-Rounded" pitchFamily="34" charset="0"/>
            </a:endParaRPr>
          </a:p>
        </p:txBody>
      </p:sp>
      <p:sp>
        <p:nvSpPr>
          <p:cNvPr id="23" name="Rectangle 22"/>
          <p:cNvSpPr/>
          <p:nvPr/>
        </p:nvSpPr>
        <p:spPr>
          <a:xfrm>
            <a:off x="1541864" y="4236478"/>
            <a:ext cx="8851392" cy="945122"/>
          </a:xfrm>
          <a:prstGeom prst="rect">
            <a:avLst/>
          </a:prstGeom>
          <a:solidFill>
            <a:srgbClr val="FFFFFF"/>
          </a:solidFill>
          <a:ln w="28575" cap="flat" cmpd="sng" algn="ctr">
            <a:solidFill>
              <a:schemeClr val="tx1"/>
            </a:solidFill>
            <a:prstDash val="solid"/>
            <a:miter lim="800000"/>
          </a:ln>
          <a:effectLst/>
        </p:spPr>
        <p:txBody>
          <a:bodyPr lIns="121725" tIns="60862" rIns="121725" bIns="60862" rtlCol="0" anchor="ctr"/>
          <a:lstStyle/>
          <a:p>
            <a:r>
              <a:rPr lang="en-US" sz="4400" smtClean="0">
                <a:solidFill>
                  <a:schemeClr val="accent6"/>
                </a:solidFill>
                <a:latin typeface="Arial-Rounded" pitchFamily="34" charset="0"/>
                <a:ea typeface="Arial-Rounded" pitchFamily="34" charset="0"/>
                <a:cs typeface="Arial-Rounded" pitchFamily="34" charset="0"/>
              </a:rPr>
              <a:t>B. </a:t>
            </a:r>
            <a:r>
              <a:rPr lang="en-US" sz="4400" smtClean="0">
                <a:solidFill>
                  <a:srgbClr val="002060"/>
                </a:solidFill>
                <a:latin typeface="Arial-Rounded" pitchFamily="34" charset="0"/>
                <a:ea typeface="Arial-Rounded" pitchFamily="34" charset="0"/>
                <a:cs typeface="Arial-Rounded" pitchFamily="34" charset="0"/>
              </a:rPr>
              <a:t>S</a:t>
            </a:r>
            <a:endParaRPr lang="en-US" sz="4400" dirty="0">
              <a:solidFill>
                <a:srgbClr val="002060"/>
              </a:solidFill>
              <a:latin typeface="Arial-Rounded" pitchFamily="34" charset="0"/>
              <a:ea typeface="Arial-Rounded" pitchFamily="34" charset="0"/>
              <a:cs typeface="Arial-Rounded" pitchFamily="34" charset="0"/>
            </a:endParaRPr>
          </a:p>
        </p:txBody>
      </p:sp>
      <p:pic>
        <p:nvPicPr>
          <p:cNvPr id="24" name="Picture 23"/>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397622" y="5539188"/>
            <a:ext cx="798097" cy="782741"/>
          </a:xfrm>
          <a:prstGeom prst="rect">
            <a:avLst/>
          </a:prstGeom>
        </p:spPr>
      </p:pic>
      <p:pic>
        <p:nvPicPr>
          <p:cNvPr id="25" name="Picture 2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314254" y="4306778"/>
            <a:ext cx="807556" cy="778352"/>
          </a:xfrm>
          <a:prstGeom prst="rect">
            <a:avLst/>
          </a:prstGeom>
        </p:spPr>
      </p:pic>
      <p:sp>
        <p:nvSpPr>
          <p:cNvPr id="26" name="Rectangle 25"/>
          <p:cNvSpPr/>
          <p:nvPr/>
        </p:nvSpPr>
        <p:spPr>
          <a:xfrm>
            <a:off x="1546833" y="3005679"/>
            <a:ext cx="8851392" cy="918621"/>
          </a:xfrm>
          <a:prstGeom prst="rect">
            <a:avLst/>
          </a:prstGeom>
          <a:solidFill>
            <a:srgbClr val="FFFFFF"/>
          </a:solidFill>
          <a:ln w="28575" cap="flat" cmpd="sng" algn="ctr">
            <a:solidFill>
              <a:schemeClr val="tx1"/>
            </a:solidFill>
            <a:prstDash val="solid"/>
            <a:miter lim="800000"/>
          </a:ln>
          <a:effectLst/>
        </p:spPr>
        <p:txBody>
          <a:bodyPr lIns="121725" tIns="60862" rIns="121725" bIns="60862" rtlCol="0" anchor="ctr"/>
          <a:lstStyle/>
          <a:p>
            <a:r>
              <a:rPr lang="en-US" sz="4400" dirty="0">
                <a:solidFill>
                  <a:schemeClr val="accent6"/>
                </a:solidFill>
                <a:latin typeface="Arial-Rounded" pitchFamily="34" charset="0"/>
                <a:ea typeface="Arial-Rounded" pitchFamily="34" charset="0"/>
                <a:cs typeface="Arial-Rounded" pitchFamily="34" charset="0"/>
              </a:rPr>
              <a:t>A</a:t>
            </a:r>
            <a:r>
              <a:rPr lang="en-US" sz="4400">
                <a:solidFill>
                  <a:schemeClr val="accent6"/>
                </a:solidFill>
                <a:latin typeface="Arial-Rounded" pitchFamily="34" charset="0"/>
                <a:ea typeface="Arial-Rounded" pitchFamily="34" charset="0"/>
                <a:cs typeface="Arial-Rounded" pitchFamily="34" charset="0"/>
              </a:rPr>
              <a:t>. </a:t>
            </a:r>
            <a:r>
              <a:rPr lang="en-US" sz="4400" smtClean="0">
                <a:solidFill>
                  <a:srgbClr val="002060"/>
                </a:solidFill>
                <a:latin typeface="Arial-Rounded" pitchFamily="34" charset="0"/>
                <a:ea typeface="Arial-Rounded" pitchFamily="34" charset="0"/>
                <a:cs typeface="Arial-Rounded" pitchFamily="34" charset="0"/>
              </a:rPr>
              <a:t>S</a:t>
            </a:r>
            <a:endParaRPr lang="en-US" sz="4400" dirty="0">
              <a:solidFill>
                <a:srgbClr val="002060"/>
              </a:solidFill>
              <a:latin typeface="Arial-Rounded" pitchFamily="34" charset="0"/>
              <a:ea typeface="Arial-Rounded" pitchFamily="34" charset="0"/>
              <a:cs typeface="Arial-Rounded" pitchFamily="34" charset="0"/>
            </a:endParaRPr>
          </a:p>
        </p:txBody>
      </p:sp>
      <p:pic>
        <p:nvPicPr>
          <p:cNvPr id="27" name="Picture 26"/>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314254" y="3082634"/>
            <a:ext cx="807556" cy="778352"/>
          </a:xfrm>
          <a:prstGeom prst="rect">
            <a:avLst/>
          </a:prstGeom>
        </p:spPr>
      </p:pic>
      <p:sp>
        <p:nvSpPr>
          <p:cNvPr id="28" name="Rectangle 27"/>
          <p:cNvSpPr/>
          <p:nvPr/>
        </p:nvSpPr>
        <p:spPr>
          <a:xfrm>
            <a:off x="1280319" y="990560"/>
            <a:ext cx="9525000" cy="861576"/>
          </a:xfrm>
          <a:prstGeom prst="rect">
            <a:avLst/>
          </a:prstGeom>
          <a:solidFill>
            <a:schemeClr val="accent6"/>
          </a:solidFill>
        </p:spPr>
        <p:txBody>
          <a:bodyPr wrap="square" lIns="121725" tIns="60862" rIns="121725" bIns="60862">
            <a:spAutoFit/>
          </a:bodyPr>
          <a:lstStyle/>
          <a:p>
            <a:pPr algn="ctr"/>
            <a:r>
              <a:rPr lang="en-US" sz="4800" b="1" smtClean="0">
                <a:solidFill>
                  <a:schemeClr val="bg1"/>
                </a:solidFill>
                <a:latin typeface="Arial-Rounded" pitchFamily="34" charset="0"/>
                <a:ea typeface="Arial-Rounded" pitchFamily="34" charset="0"/>
                <a:cs typeface="Arial-Rounded" pitchFamily="34" charset="0"/>
              </a:rPr>
              <a:t>Câu hỏi 5</a:t>
            </a:r>
            <a:endParaRPr lang="en-US" sz="4800" b="1" dirty="0">
              <a:solidFill>
                <a:schemeClr val="bg1"/>
              </a:solidFill>
              <a:latin typeface="Arial-Rounded" pitchFamily="34" charset="0"/>
              <a:ea typeface="Arial-Rounded" pitchFamily="34" charset="0"/>
              <a:cs typeface="Arial-Rounded" pitchFamily="34" charset="0"/>
            </a:endParaRPr>
          </a:p>
        </p:txBody>
      </p:sp>
    </p:spTree>
    <p:extLst>
      <p:ext uri="{BB962C8B-B14F-4D97-AF65-F5344CB8AC3E}">
        <p14:creationId xmlns:p14="http://schemas.microsoft.com/office/powerpoint/2010/main" val="2871951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par>
                                <p:cTn id="7" presetID="32" presetClass="emph" presetSubtype="0" repeatCount="indefinite" fill="hold" nodeType="withEffect">
                                  <p:stCondLst>
                                    <p:cond delay="0"/>
                                  </p:stCondLst>
                                  <p:childTnLst>
                                    <p:animRot by="120000">
                                      <p:cBhvr>
                                        <p:cTn id="8" dur="100" fill="hold">
                                          <p:stCondLst>
                                            <p:cond delay="0"/>
                                          </p:stCondLst>
                                        </p:cTn>
                                        <p:tgtEl>
                                          <p:spTgt spid="9"/>
                                        </p:tgtEl>
                                        <p:attrNameLst>
                                          <p:attrName>r</p:attrName>
                                        </p:attrNameLst>
                                      </p:cBhvr>
                                    </p:animRot>
                                    <p:animRot by="-240000">
                                      <p:cBhvr>
                                        <p:cTn id="9" dur="200" fill="hold">
                                          <p:stCondLst>
                                            <p:cond delay="200"/>
                                          </p:stCondLst>
                                        </p:cTn>
                                        <p:tgtEl>
                                          <p:spTgt spid="9"/>
                                        </p:tgtEl>
                                        <p:attrNameLst>
                                          <p:attrName>r</p:attrName>
                                        </p:attrNameLst>
                                      </p:cBhvr>
                                    </p:animRot>
                                    <p:animRot by="240000">
                                      <p:cBhvr>
                                        <p:cTn id="10" dur="200" fill="hold">
                                          <p:stCondLst>
                                            <p:cond delay="400"/>
                                          </p:stCondLst>
                                        </p:cTn>
                                        <p:tgtEl>
                                          <p:spTgt spid="9"/>
                                        </p:tgtEl>
                                        <p:attrNameLst>
                                          <p:attrName>r</p:attrName>
                                        </p:attrNameLst>
                                      </p:cBhvr>
                                    </p:animRot>
                                    <p:animRot by="-240000">
                                      <p:cBhvr>
                                        <p:cTn id="11" dur="200" fill="hold">
                                          <p:stCondLst>
                                            <p:cond delay="600"/>
                                          </p:stCondLst>
                                        </p:cTn>
                                        <p:tgtEl>
                                          <p:spTgt spid="9"/>
                                        </p:tgtEl>
                                        <p:attrNameLst>
                                          <p:attrName>r</p:attrName>
                                        </p:attrNameLst>
                                      </p:cBhvr>
                                    </p:animRot>
                                    <p:animRot by="120000">
                                      <p:cBhvr>
                                        <p:cTn id="12" dur="200" fill="hold">
                                          <p:stCondLst>
                                            <p:cond delay="800"/>
                                          </p:stCondLst>
                                        </p:cTn>
                                        <p:tgtEl>
                                          <p:spTgt spid="9"/>
                                        </p:tgtEl>
                                        <p:attrNameLst>
                                          <p:attrName>r</p:attrName>
                                        </p:attrNameLst>
                                      </p:cBhvr>
                                    </p:animRo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 calcmode="lin" valueType="num">
                                      <p:cBhvr>
                                        <p:cTn id="17" dur="1000" fill="hold"/>
                                        <p:tgtEl>
                                          <p:spTgt spid="22"/>
                                        </p:tgtEl>
                                        <p:attrNameLst>
                                          <p:attrName>ppt_w</p:attrName>
                                        </p:attrNameLst>
                                      </p:cBhvr>
                                      <p:tavLst>
                                        <p:tav tm="0">
                                          <p:val>
                                            <p:strVal val="#ppt_w*0.70"/>
                                          </p:val>
                                        </p:tav>
                                        <p:tav tm="100000">
                                          <p:val>
                                            <p:strVal val="#ppt_w"/>
                                          </p:val>
                                        </p:tav>
                                      </p:tavLst>
                                    </p:anim>
                                    <p:anim calcmode="lin" valueType="num">
                                      <p:cBhvr>
                                        <p:cTn id="18" dur="1000" fill="hold"/>
                                        <p:tgtEl>
                                          <p:spTgt spid="22"/>
                                        </p:tgtEl>
                                        <p:attrNameLst>
                                          <p:attrName>ppt_h</p:attrName>
                                        </p:attrNameLst>
                                      </p:cBhvr>
                                      <p:tavLst>
                                        <p:tav tm="0">
                                          <p:val>
                                            <p:strVal val="#ppt_h"/>
                                          </p:val>
                                        </p:tav>
                                        <p:tav tm="100000">
                                          <p:val>
                                            <p:strVal val="#ppt_h"/>
                                          </p:val>
                                        </p:tav>
                                      </p:tavLst>
                                    </p:anim>
                                    <p:animEffect transition="in" filter="fade">
                                      <p:cBhvr>
                                        <p:cTn id="19" dur="1000"/>
                                        <p:tgtEl>
                                          <p:spTgt spid="22"/>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 calcmode="lin" valueType="num">
                                      <p:cBhvr>
                                        <p:cTn id="22" dur="1000" fill="hold"/>
                                        <p:tgtEl>
                                          <p:spTgt spid="23"/>
                                        </p:tgtEl>
                                        <p:attrNameLst>
                                          <p:attrName>ppt_w</p:attrName>
                                        </p:attrNameLst>
                                      </p:cBhvr>
                                      <p:tavLst>
                                        <p:tav tm="0">
                                          <p:val>
                                            <p:strVal val="#ppt_w*0.70"/>
                                          </p:val>
                                        </p:tav>
                                        <p:tav tm="100000">
                                          <p:val>
                                            <p:strVal val="#ppt_w"/>
                                          </p:val>
                                        </p:tav>
                                      </p:tavLst>
                                    </p:anim>
                                    <p:anim calcmode="lin" valueType="num">
                                      <p:cBhvr>
                                        <p:cTn id="23" dur="1000" fill="hold"/>
                                        <p:tgtEl>
                                          <p:spTgt spid="23"/>
                                        </p:tgtEl>
                                        <p:attrNameLst>
                                          <p:attrName>ppt_h</p:attrName>
                                        </p:attrNameLst>
                                      </p:cBhvr>
                                      <p:tavLst>
                                        <p:tav tm="0">
                                          <p:val>
                                            <p:strVal val="#ppt_h"/>
                                          </p:val>
                                        </p:tav>
                                        <p:tav tm="100000">
                                          <p:val>
                                            <p:strVal val="#ppt_h"/>
                                          </p:val>
                                        </p:tav>
                                      </p:tavLst>
                                    </p:anim>
                                    <p:animEffect transition="in" filter="fade">
                                      <p:cBhvr>
                                        <p:cTn id="24" dur="1000"/>
                                        <p:tgtEl>
                                          <p:spTgt spid="23"/>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p:cTn id="27" dur="1000" fill="hold"/>
                                        <p:tgtEl>
                                          <p:spTgt spid="26"/>
                                        </p:tgtEl>
                                        <p:attrNameLst>
                                          <p:attrName>ppt_w</p:attrName>
                                        </p:attrNameLst>
                                      </p:cBhvr>
                                      <p:tavLst>
                                        <p:tav tm="0">
                                          <p:val>
                                            <p:strVal val="#ppt_w*0.70"/>
                                          </p:val>
                                        </p:tav>
                                        <p:tav tm="100000">
                                          <p:val>
                                            <p:strVal val="#ppt_w"/>
                                          </p:val>
                                        </p:tav>
                                      </p:tavLst>
                                    </p:anim>
                                    <p:anim calcmode="lin" valueType="num">
                                      <p:cBhvr>
                                        <p:cTn id="28" dur="1000" fill="hold"/>
                                        <p:tgtEl>
                                          <p:spTgt spid="26"/>
                                        </p:tgtEl>
                                        <p:attrNameLst>
                                          <p:attrName>ppt_h</p:attrName>
                                        </p:attrNameLst>
                                      </p:cBhvr>
                                      <p:tavLst>
                                        <p:tav tm="0">
                                          <p:val>
                                            <p:strVal val="#ppt_h"/>
                                          </p:val>
                                        </p:tav>
                                        <p:tav tm="100000">
                                          <p:val>
                                            <p:strVal val="#ppt_h"/>
                                          </p:val>
                                        </p:tav>
                                      </p:tavLst>
                                    </p:anim>
                                    <p:animEffect transition="in" filter="fade">
                                      <p:cBhvr>
                                        <p:cTn id="29" dur="1000"/>
                                        <p:tgtEl>
                                          <p:spTgt spid="26"/>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barn(inVertical)">
                                      <p:cBhvr>
                                        <p:cTn id="3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8868" numSld="999">
                <p:cTn id="33" repeatCount="indefinite" fill="hold" display="0">
                  <p:stCondLst>
                    <p:cond delay="indefinite"/>
                  </p:stCondLst>
                  <p:endCondLst>
                    <p:cond evt="onStopAudio" delay="0">
                      <p:tgtEl>
                        <p:sldTgt/>
                      </p:tgtEl>
                    </p:cond>
                  </p:endCondLst>
                </p:cTn>
                <p:tgtEl>
                  <p:spTgt spid="11"/>
                </p:tgtEl>
              </p:cMediaNode>
            </p:audio>
            <p:seq concurrent="1" nextAc="seek">
              <p:cTn id="34" restart="whenNotActive" fill="hold" evtFilter="cancelBubble" nodeType="interactiveSeq">
                <p:stCondLst>
                  <p:cond evt="onClick" delay="0">
                    <p:tgtEl>
                      <p:spTgt spid="22"/>
                    </p:tgtEl>
                  </p:cond>
                </p:stCondLst>
                <p:endSync evt="end" delay="0">
                  <p:rtn val="all"/>
                </p:endSync>
                <p:childTnLst>
                  <p:par>
                    <p:cTn id="35" fill="hold">
                      <p:stCondLst>
                        <p:cond delay="0"/>
                      </p:stCondLst>
                      <p:childTnLst>
                        <p:par>
                          <p:cTn id="36" fill="hold">
                            <p:stCondLst>
                              <p:cond delay="0"/>
                            </p:stCondLst>
                            <p:childTnLst>
                              <p:par>
                                <p:cTn id="37" presetID="1" presetClass="emph" presetSubtype="2" fill="hold" nodeType="withEffect">
                                  <p:stCondLst>
                                    <p:cond delay="0"/>
                                  </p:stCondLst>
                                  <p:childTnLst>
                                    <p:animClr clrSpc="rgb" dir="cw">
                                      <p:cBhvr>
                                        <p:cTn id="38" dur="250" fill="hold"/>
                                        <p:tgtEl>
                                          <p:spTgt spid="22"/>
                                        </p:tgtEl>
                                        <p:attrNameLst>
                                          <p:attrName>fillcolor</p:attrName>
                                        </p:attrNameLst>
                                      </p:cBhvr>
                                      <p:to>
                                        <a:schemeClr val="bg2"/>
                                      </p:to>
                                    </p:animClr>
                                    <p:set>
                                      <p:cBhvr>
                                        <p:cTn id="39" dur="250" fill="hold"/>
                                        <p:tgtEl>
                                          <p:spTgt spid="22"/>
                                        </p:tgtEl>
                                        <p:attrNameLst>
                                          <p:attrName>fill.type</p:attrName>
                                        </p:attrNameLst>
                                      </p:cBhvr>
                                      <p:to>
                                        <p:strVal val="solid"/>
                                      </p:to>
                                    </p:set>
                                    <p:set>
                                      <p:cBhvr>
                                        <p:cTn id="40" dur="250" fill="hold"/>
                                        <p:tgtEl>
                                          <p:spTgt spid="22"/>
                                        </p:tgtEl>
                                        <p:attrNameLst>
                                          <p:attrName>fill.on</p:attrName>
                                        </p:attrNameLst>
                                      </p:cBhvr>
                                      <p:to>
                                        <p:strVal val="true"/>
                                      </p:to>
                                    </p:set>
                                  </p:childTnLst>
                                  <p:subTnLst>
                                    <p:audio>
                                      <p:cMediaNode>
                                        <p:cTn display="0" masterRel="sameClick">
                                          <p:stCondLst>
                                            <p:cond evt="begin" delay="0">
                                              <p:tn val="37"/>
                                            </p:cond>
                                          </p:stCondLst>
                                          <p:endCondLst>
                                            <p:cond evt="onStopAudio" delay="0">
                                              <p:tgtEl>
                                                <p:sldTgt/>
                                              </p:tgtEl>
                                            </p:cond>
                                          </p:endCondLst>
                                        </p:cTn>
                                        <p:tgtEl>
                                          <p:sndTgt r:embed="rId5" name="click.wav"/>
                                        </p:tgtEl>
                                      </p:cMediaNode>
                                    </p:audio>
                                  </p:subTnLst>
                                </p:cTn>
                              </p:par>
                              <p:par>
                                <p:cTn id="41" presetID="1" presetClass="emph" presetSubtype="2" fill="hold" nodeType="withEffect">
                                  <p:stCondLst>
                                    <p:cond delay="500"/>
                                  </p:stCondLst>
                                  <p:childTnLst>
                                    <p:animClr clrSpc="rgb" dir="cw">
                                      <p:cBhvr>
                                        <p:cTn id="42" dur="250" fill="hold"/>
                                        <p:tgtEl>
                                          <p:spTgt spid="22"/>
                                        </p:tgtEl>
                                        <p:attrNameLst>
                                          <p:attrName>fillcolor</p:attrName>
                                        </p:attrNameLst>
                                      </p:cBhvr>
                                      <p:to>
                                        <a:schemeClr val="bg2"/>
                                      </p:to>
                                    </p:animClr>
                                    <p:set>
                                      <p:cBhvr>
                                        <p:cTn id="43" dur="250" fill="hold"/>
                                        <p:tgtEl>
                                          <p:spTgt spid="22"/>
                                        </p:tgtEl>
                                        <p:attrNameLst>
                                          <p:attrName>fill.type</p:attrName>
                                        </p:attrNameLst>
                                      </p:cBhvr>
                                      <p:to>
                                        <p:strVal val="solid"/>
                                      </p:to>
                                    </p:set>
                                    <p:set>
                                      <p:cBhvr>
                                        <p:cTn id="44" dur="250" fill="hold"/>
                                        <p:tgtEl>
                                          <p:spTgt spid="22"/>
                                        </p:tgtEl>
                                        <p:attrNameLst>
                                          <p:attrName>fill.on</p:attrName>
                                        </p:attrNameLst>
                                      </p:cBhvr>
                                      <p:to>
                                        <p:strVal val="true"/>
                                      </p:to>
                                    </p:set>
                                  </p:childTnLst>
                                </p:cTn>
                              </p:par>
                              <p:par>
                                <p:cTn id="45" presetID="23" presetClass="entr" presetSubtype="32" fill="hold" nodeType="withEffect">
                                  <p:stCondLst>
                                    <p:cond delay="500"/>
                                  </p:stCondLst>
                                  <p:childTnLst>
                                    <p:set>
                                      <p:cBhvr>
                                        <p:cTn id="46" dur="1" fill="hold">
                                          <p:stCondLst>
                                            <p:cond delay="0"/>
                                          </p:stCondLst>
                                        </p:cTn>
                                        <p:tgtEl>
                                          <p:spTgt spid="24"/>
                                        </p:tgtEl>
                                        <p:attrNameLst>
                                          <p:attrName>style.visibility</p:attrName>
                                        </p:attrNameLst>
                                      </p:cBhvr>
                                      <p:to>
                                        <p:strVal val="visible"/>
                                      </p:to>
                                    </p:set>
                                    <p:anim calcmode="lin" valueType="num">
                                      <p:cBhvr>
                                        <p:cTn id="47" dur="250" fill="hold"/>
                                        <p:tgtEl>
                                          <p:spTgt spid="24"/>
                                        </p:tgtEl>
                                        <p:attrNameLst>
                                          <p:attrName>ppt_w</p:attrName>
                                        </p:attrNameLst>
                                      </p:cBhvr>
                                      <p:tavLst>
                                        <p:tav tm="0">
                                          <p:val>
                                            <p:strVal val="4*#ppt_w"/>
                                          </p:val>
                                        </p:tav>
                                        <p:tav tm="100000">
                                          <p:val>
                                            <p:strVal val="#ppt_w"/>
                                          </p:val>
                                        </p:tav>
                                      </p:tavLst>
                                    </p:anim>
                                    <p:anim calcmode="lin" valueType="num">
                                      <p:cBhvr>
                                        <p:cTn id="48" dur="250" fill="hold"/>
                                        <p:tgtEl>
                                          <p:spTgt spid="24"/>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45"/>
                                            </p:cond>
                                          </p:stCondLst>
                                          <p:endCondLst>
                                            <p:cond evt="onStopAudio" delay="0">
                                              <p:tgtEl>
                                                <p:sldTgt/>
                                              </p:tgtEl>
                                            </p:cond>
                                          </p:endCondLst>
                                        </p:cTn>
                                        <p:tgtEl>
                                          <p:sndTgt r:embed="rId6" name="Check mark.wav"/>
                                        </p:tgtEl>
                                      </p:cMediaNode>
                                    </p:audio>
                                  </p:subTnLst>
                                </p:cTn>
                              </p:par>
                            </p:childTnLst>
                          </p:cTn>
                        </p:par>
                      </p:childTnLst>
                    </p:cTn>
                  </p:par>
                </p:childTnLst>
              </p:cTn>
              <p:nextCondLst>
                <p:cond evt="onClick" delay="0">
                  <p:tgtEl>
                    <p:spTgt spid="22"/>
                  </p:tgtEl>
                </p:cond>
              </p:nextCondLst>
            </p:seq>
            <p:seq concurrent="1" nextAc="seek">
              <p:cTn id="49" restart="whenNotActive" fill="hold" evtFilter="cancelBubble" nodeType="interactiveSeq">
                <p:stCondLst>
                  <p:cond evt="onClick" delay="0">
                    <p:tgtEl>
                      <p:spTgt spid="23"/>
                    </p:tgtEl>
                  </p:cond>
                </p:stCondLst>
                <p:endSync evt="end" delay="0">
                  <p:rtn val="all"/>
                </p:endSync>
                <p:childTnLst>
                  <p:par>
                    <p:cTn id="50" fill="hold">
                      <p:stCondLst>
                        <p:cond delay="0"/>
                      </p:stCondLst>
                      <p:childTnLst>
                        <p:par>
                          <p:cTn id="51" fill="hold">
                            <p:stCondLst>
                              <p:cond delay="0"/>
                            </p:stCondLst>
                            <p:childTnLst>
                              <p:par>
                                <p:cTn id="52" presetID="1" presetClass="emph" presetSubtype="2" fill="hold" nodeType="withEffect">
                                  <p:stCondLst>
                                    <p:cond delay="0"/>
                                  </p:stCondLst>
                                  <p:childTnLst>
                                    <p:animClr clrSpc="rgb" dir="cw">
                                      <p:cBhvr>
                                        <p:cTn id="53" dur="250" fill="hold"/>
                                        <p:tgtEl>
                                          <p:spTgt spid="23"/>
                                        </p:tgtEl>
                                        <p:attrNameLst>
                                          <p:attrName>fillcolor</p:attrName>
                                        </p:attrNameLst>
                                      </p:cBhvr>
                                      <p:to>
                                        <a:schemeClr val="accent1"/>
                                      </p:to>
                                    </p:animClr>
                                    <p:set>
                                      <p:cBhvr>
                                        <p:cTn id="54" dur="250" fill="hold"/>
                                        <p:tgtEl>
                                          <p:spTgt spid="23"/>
                                        </p:tgtEl>
                                        <p:attrNameLst>
                                          <p:attrName>fill.type</p:attrName>
                                        </p:attrNameLst>
                                      </p:cBhvr>
                                      <p:to>
                                        <p:strVal val="solid"/>
                                      </p:to>
                                    </p:set>
                                    <p:set>
                                      <p:cBhvr>
                                        <p:cTn id="55" dur="250" fill="hold"/>
                                        <p:tgtEl>
                                          <p:spTgt spid="23"/>
                                        </p:tgtEl>
                                        <p:attrNameLst>
                                          <p:attrName>fill.on</p:attrName>
                                        </p:attrNameLst>
                                      </p:cBhvr>
                                      <p:to>
                                        <p:strVal val="true"/>
                                      </p:to>
                                    </p:set>
                                  </p:childTnLst>
                                  <p:subTnLst>
                                    <p:audio>
                                      <p:cMediaNode>
                                        <p:cTn display="0" masterRel="sameClick">
                                          <p:stCondLst>
                                            <p:cond evt="begin" delay="0">
                                              <p:tn val="52"/>
                                            </p:cond>
                                          </p:stCondLst>
                                          <p:endCondLst>
                                            <p:cond evt="onStopAudio" delay="0">
                                              <p:tgtEl>
                                                <p:sldTgt/>
                                              </p:tgtEl>
                                            </p:cond>
                                          </p:endCondLst>
                                        </p:cTn>
                                        <p:tgtEl>
                                          <p:sndTgt r:embed="rId5" name="click.wav"/>
                                        </p:tgtEl>
                                      </p:cMediaNode>
                                    </p:audio>
                                  </p:subTnLst>
                                </p:cTn>
                              </p:par>
                              <p:par>
                                <p:cTn id="56" presetID="1" presetClass="emph" presetSubtype="2" fill="hold" nodeType="withEffect">
                                  <p:stCondLst>
                                    <p:cond delay="500"/>
                                  </p:stCondLst>
                                  <p:childTnLst>
                                    <p:animClr clrSpc="rgb" dir="cw">
                                      <p:cBhvr>
                                        <p:cTn id="57" dur="250" fill="hold"/>
                                        <p:tgtEl>
                                          <p:spTgt spid="23"/>
                                        </p:tgtEl>
                                        <p:attrNameLst>
                                          <p:attrName>fillcolor</p:attrName>
                                        </p:attrNameLst>
                                      </p:cBhvr>
                                      <p:to>
                                        <a:schemeClr val="accent1"/>
                                      </p:to>
                                    </p:animClr>
                                    <p:set>
                                      <p:cBhvr>
                                        <p:cTn id="58" dur="250" fill="hold"/>
                                        <p:tgtEl>
                                          <p:spTgt spid="23"/>
                                        </p:tgtEl>
                                        <p:attrNameLst>
                                          <p:attrName>fill.type</p:attrName>
                                        </p:attrNameLst>
                                      </p:cBhvr>
                                      <p:to>
                                        <p:strVal val="solid"/>
                                      </p:to>
                                    </p:set>
                                    <p:set>
                                      <p:cBhvr>
                                        <p:cTn id="59" dur="250" fill="hold"/>
                                        <p:tgtEl>
                                          <p:spTgt spid="23"/>
                                        </p:tgtEl>
                                        <p:attrNameLst>
                                          <p:attrName>fill.on</p:attrName>
                                        </p:attrNameLst>
                                      </p:cBhvr>
                                      <p:to>
                                        <p:strVal val="true"/>
                                      </p:to>
                                    </p:set>
                                  </p:childTnLst>
                                </p:cTn>
                              </p:par>
                              <p:par>
                                <p:cTn id="60" presetID="23" presetClass="entr" presetSubtype="32" fill="hold" nodeType="withEffect">
                                  <p:stCondLst>
                                    <p:cond delay="500"/>
                                  </p:stCondLst>
                                  <p:childTnLst>
                                    <p:set>
                                      <p:cBhvr>
                                        <p:cTn id="61" dur="1" fill="hold">
                                          <p:stCondLst>
                                            <p:cond delay="0"/>
                                          </p:stCondLst>
                                        </p:cTn>
                                        <p:tgtEl>
                                          <p:spTgt spid="25"/>
                                        </p:tgtEl>
                                        <p:attrNameLst>
                                          <p:attrName>style.visibility</p:attrName>
                                        </p:attrNameLst>
                                      </p:cBhvr>
                                      <p:to>
                                        <p:strVal val="visible"/>
                                      </p:to>
                                    </p:set>
                                    <p:anim calcmode="lin" valueType="num">
                                      <p:cBhvr>
                                        <p:cTn id="62" dur="250" fill="hold"/>
                                        <p:tgtEl>
                                          <p:spTgt spid="25"/>
                                        </p:tgtEl>
                                        <p:attrNameLst>
                                          <p:attrName>ppt_w</p:attrName>
                                        </p:attrNameLst>
                                      </p:cBhvr>
                                      <p:tavLst>
                                        <p:tav tm="0">
                                          <p:val>
                                            <p:strVal val="4*#ppt_w"/>
                                          </p:val>
                                        </p:tav>
                                        <p:tav tm="100000">
                                          <p:val>
                                            <p:strVal val="#ppt_w"/>
                                          </p:val>
                                        </p:tav>
                                      </p:tavLst>
                                    </p:anim>
                                    <p:anim calcmode="lin" valueType="num">
                                      <p:cBhvr>
                                        <p:cTn id="63" dur="250" fill="hold"/>
                                        <p:tgtEl>
                                          <p:spTgt spid="25"/>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60"/>
                                            </p:cond>
                                          </p:stCondLst>
                                          <p:endCondLst>
                                            <p:cond evt="onStopAudio" delay="0">
                                              <p:tgtEl>
                                                <p:sldTgt/>
                                              </p:tgtEl>
                                            </p:cond>
                                          </p:endCondLst>
                                        </p:cTn>
                                        <p:tgtEl>
                                          <p:sndTgt r:embed="rId7" name="Wrong Buzzer.wav"/>
                                        </p:tgtEl>
                                      </p:cMediaNode>
                                    </p:audio>
                                  </p:subTnLst>
                                </p:cTn>
                              </p:par>
                            </p:childTnLst>
                          </p:cTn>
                        </p:par>
                      </p:childTnLst>
                    </p:cTn>
                  </p:par>
                </p:childTnLst>
              </p:cTn>
              <p:nextCondLst>
                <p:cond evt="onClick" delay="0">
                  <p:tgtEl>
                    <p:spTgt spid="23"/>
                  </p:tgtEl>
                </p:cond>
              </p:nextCondLst>
            </p:seq>
            <p:seq concurrent="1" nextAc="seek">
              <p:cTn id="64" restart="whenNotActive" fill="hold" evtFilter="cancelBubble" nodeType="interactiveSeq">
                <p:stCondLst>
                  <p:cond evt="onClick" delay="0">
                    <p:tgtEl>
                      <p:spTgt spid="26"/>
                    </p:tgtEl>
                  </p:cond>
                </p:stCondLst>
                <p:endSync evt="end" delay="0">
                  <p:rtn val="all"/>
                </p:endSync>
                <p:childTnLst>
                  <p:par>
                    <p:cTn id="65" fill="hold">
                      <p:stCondLst>
                        <p:cond delay="0"/>
                      </p:stCondLst>
                      <p:childTnLst>
                        <p:par>
                          <p:cTn id="66" fill="hold">
                            <p:stCondLst>
                              <p:cond delay="0"/>
                            </p:stCondLst>
                            <p:childTnLst>
                              <p:par>
                                <p:cTn id="67" presetID="1" presetClass="emph" presetSubtype="2" fill="hold" nodeType="withEffect">
                                  <p:stCondLst>
                                    <p:cond delay="0"/>
                                  </p:stCondLst>
                                  <p:childTnLst>
                                    <p:animClr clrSpc="rgb" dir="cw">
                                      <p:cBhvr>
                                        <p:cTn id="68" dur="250" fill="hold"/>
                                        <p:tgtEl>
                                          <p:spTgt spid="26"/>
                                        </p:tgtEl>
                                        <p:attrNameLst>
                                          <p:attrName>fillcolor</p:attrName>
                                        </p:attrNameLst>
                                      </p:cBhvr>
                                      <p:to>
                                        <a:schemeClr val="accent1"/>
                                      </p:to>
                                    </p:animClr>
                                    <p:set>
                                      <p:cBhvr>
                                        <p:cTn id="69" dur="250" fill="hold"/>
                                        <p:tgtEl>
                                          <p:spTgt spid="26"/>
                                        </p:tgtEl>
                                        <p:attrNameLst>
                                          <p:attrName>fill.type</p:attrName>
                                        </p:attrNameLst>
                                      </p:cBhvr>
                                      <p:to>
                                        <p:strVal val="solid"/>
                                      </p:to>
                                    </p:set>
                                    <p:set>
                                      <p:cBhvr>
                                        <p:cTn id="70" dur="250" fill="hold"/>
                                        <p:tgtEl>
                                          <p:spTgt spid="26"/>
                                        </p:tgtEl>
                                        <p:attrNameLst>
                                          <p:attrName>fill.on</p:attrName>
                                        </p:attrNameLst>
                                      </p:cBhvr>
                                      <p:to>
                                        <p:strVal val="true"/>
                                      </p:to>
                                    </p:set>
                                  </p:childTnLst>
                                  <p:subTnLst>
                                    <p:audio>
                                      <p:cMediaNode>
                                        <p:cTn display="0" masterRel="sameClick">
                                          <p:stCondLst>
                                            <p:cond evt="begin" delay="0">
                                              <p:tn val="67"/>
                                            </p:cond>
                                          </p:stCondLst>
                                          <p:endCondLst>
                                            <p:cond evt="onStopAudio" delay="0">
                                              <p:tgtEl>
                                                <p:sldTgt/>
                                              </p:tgtEl>
                                            </p:cond>
                                          </p:endCondLst>
                                        </p:cTn>
                                        <p:tgtEl>
                                          <p:sndTgt r:embed="rId5" name="click.wav"/>
                                        </p:tgtEl>
                                      </p:cMediaNode>
                                    </p:audio>
                                  </p:subTnLst>
                                </p:cTn>
                              </p:par>
                              <p:par>
                                <p:cTn id="71" presetID="1" presetClass="emph" presetSubtype="2" fill="hold" nodeType="withEffect">
                                  <p:stCondLst>
                                    <p:cond delay="500"/>
                                  </p:stCondLst>
                                  <p:childTnLst>
                                    <p:animClr clrSpc="rgb" dir="cw">
                                      <p:cBhvr>
                                        <p:cTn id="72" dur="250" fill="hold"/>
                                        <p:tgtEl>
                                          <p:spTgt spid="26"/>
                                        </p:tgtEl>
                                        <p:attrNameLst>
                                          <p:attrName>fillcolor</p:attrName>
                                        </p:attrNameLst>
                                      </p:cBhvr>
                                      <p:to>
                                        <a:schemeClr val="accent1"/>
                                      </p:to>
                                    </p:animClr>
                                    <p:set>
                                      <p:cBhvr>
                                        <p:cTn id="73" dur="250" fill="hold"/>
                                        <p:tgtEl>
                                          <p:spTgt spid="26"/>
                                        </p:tgtEl>
                                        <p:attrNameLst>
                                          <p:attrName>fill.type</p:attrName>
                                        </p:attrNameLst>
                                      </p:cBhvr>
                                      <p:to>
                                        <p:strVal val="solid"/>
                                      </p:to>
                                    </p:set>
                                    <p:set>
                                      <p:cBhvr>
                                        <p:cTn id="74" dur="250" fill="hold"/>
                                        <p:tgtEl>
                                          <p:spTgt spid="26"/>
                                        </p:tgtEl>
                                        <p:attrNameLst>
                                          <p:attrName>fill.on</p:attrName>
                                        </p:attrNameLst>
                                      </p:cBhvr>
                                      <p:to>
                                        <p:strVal val="true"/>
                                      </p:to>
                                    </p:set>
                                  </p:childTnLst>
                                </p:cTn>
                              </p:par>
                              <p:par>
                                <p:cTn id="75" presetID="23" presetClass="entr" presetSubtype="32" fill="hold" nodeType="withEffect">
                                  <p:stCondLst>
                                    <p:cond delay="500"/>
                                  </p:stCondLst>
                                  <p:childTnLst>
                                    <p:set>
                                      <p:cBhvr>
                                        <p:cTn id="76" dur="1" fill="hold">
                                          <p:stCondLst>
                                            <p:cond delay="0"/>
                                          </p:stCondLst>
                                        </p:cTn>
                                        <p:tgtEl>
                                          <p:spTgt spid="27"/>
                                        </p:tgtEl>
                                        <p:attrNameLst>
                                          <p:attrName>style.visibility</p:attrName>
                                        </p:attrNameLst>
                                      </p:cBhvr>
                                      <p:to>
                                        <p:strVal val="visible"/>
                                      </p:to>
                                    </p:set>
                                    <p:anim calcmode="lin" valueType="num">
                                      <p:cBhvr>
                                        <p:cTn id="77" dur="250" fill="hold"/>
                                        <p:tgtEl>
                                          <p:spTgt spid="27"/>
                                        </p:tgtEl>
                                        <p:attrNameLst>
                                          <p:attrName>ppt_w</p:attrName>
                                        </p:attrNameLst>
                                      </p:cBhvr>
                                      <p:tavLst>
                                        <p:tav tm="0">
                                          <p:val>
                                            <p:strVal val="4*#ppt_w"/>
                                          </p:val>
                                        </p:tav>
                                        <p:tav tm="100000">
                                          <p:val>
                                            <p:strVal val="#ppt_w"/>
                                          </p:val>
                                        </p:tav>
                                      </p:tavLst>
                                    </p:anim>
                                    <p:anim calcmode="lin" valueType="num">
                                      <p:cBhvr>
                                        <p:cTn id="78" dur="250" fill="hold"/>
                                        <p:tgtEl>
                                          <p:spTgt spid="27"/>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75"/>
                                            </p:cond>
                                          </p:stCondLst>
                                          <p:endCondLst>
                                            <p:cond evt="onStopAudio" delay="0">
                                              <p:tgtEl>
                                                <p:sldTgt/>
                                              </p:tgtEl>
                                            </p:cond>
                                          </p:endCondLst>
                                        </p:cTn>
                                        <p:tgtEl>
                                          <p:sndTgt r:embed="rId7" name="Wrong Buzzer.wav"/>
                                        </p:tgtEl>
                                      </p:cMediaNode>
                                    </p:audio>
                                  </p:subTnLst>
                                </p:cTn>
                              </p:par>
                            </p:childTnLst>
                          </p:cTn>
                        </p:par>
                      </p:childTnLst>
                    </p:cTn>
                  </p:par>
                </p:childTnLst>
              </p:cTn>
              <p:nextCondLst>
                <p:cond evt="onClick" delay="0">
                  <p:tgtEl>
                    <p:spTgt spid="26"/>
                  </p:tgtEl>
                </p:cond>
              </p:nextCondLst>
            </p:seq>
          </p:childTnLst>
        </p:cTn>
      </p:par>
    </p:tnLst>
    <p:bldLst>
      <p:bldP spid="22" grpId="0" animBg="1"/>
      <p:bldP spid="23" grpId="0" animBg="1"/>
      <p:bldP spid="26" grpId="0" animBg="1"/>
      <p:bldP spid="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9319" y="2590800"/>
            <a:ext cx="10603230" cy="1446550"/>
          </a:xfrm>
          <a:prstGeom prst="rect">
            <a:avLst/>
          </a:prstGeom>
          <a:noFill/>
        </p:spPr>
        <p:txBody>
          <a:bodyPr wrap="square" rtlCol="0">
            <a:spAutoFit/>
          </a:bodyPr>
          <a:lstStyle/>
          <a:p>
            <a:pPr algn="ctr"/>
            <a:r>
              <a:rPr lang="en-US" sz="8800" smtClean="0">
                <a:latin typeface="Arial" pitchFamily="34" charset="0"/>
                <a:cs typeface="Arial" pitchFamily="34" charset="0"/>
              </a:rPr>
              <a:t>Soạn bài mới ở đây</a:t>
            </a:r>
            <a:endParaRPr lang="en-US" sz="8800">
              <a:latin typeface="Arial" pitchFamily="34" charset="0"/>
              <a:cs typeface="Arial" pitchFamily="34" charset="0"/>
            </a:endParaRPr>
          </a:p>
        </p:txBody>
      </p:sp>
    </p:spTree>
    <p:extLst>
      <p:ext uri="{BB962C8B-B14F-4D97-AF65-F5344CB8AC3E}">
        <p14:creationId xmlns:p14="http://schemas.microsoft.com/office/powerpoint/2010/main" val="429824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58652" y="152401"/>
            <a:ext cx="10949156" cy="5108893"/>
          </a:xfrm>
          <a:prstGeom prst="rect">
            <a:avLst/>
          </a:prstGeom>
          <a:noFill/>
        </p:spPr>
        <p:txBody>
          <a:bodyPr wrap="square" lIns="121719" tIns="60859" rIns="121719" bIns="60859" rtlCol="0">
            <a:spAutoFit/>
          </a:bodyPr>
          <a:lstStyle/>
          <a:p>
            <a:pPr algn="just"/>
            <a:r>
              <a:rPr lang="en-US" sz="5400" b="1" i="1">
                <a:solidFill>
                  <a:srgbClr val="FF0000"/>
                </a:solidFill>
                <a:latin typeface="+mj-lt"/>
                <a:ea typeface="Arial-Rounded" pitchFamily="34" charset="0"/>
                <a:cs typeface="Arial-Rounded" pitchFamily="34" charset="0"/>
              </a:rPr>
              <a:t>Những sản phẩm game tiếp theo sẽ được em cập nhật tại nhóm sau:</a:t>
            </a:r>
          </a:p>
          <a:p>
            <a:pPr algn="just"/>
            <a:r>
              <a:rPr lang="en-US" sz="5400">
                <a:latin typeface="+mj-lt"/>
                <a:hlinkClick r:id="rId2"/>
              </a:rPr>
              <a:t>https://www.facebook.com/groups/443096903751589</a:t>
            </a:r>
            <a:endParaRPr lang="en-US" sz="5400">
              <a:latin typeface="+mj-lt"/>
            </a:endParaRPr>
          </a:p>
          <a:p>
            <a:pPr algn="just"/>
            <a:r>
              <a:rPr lang="en-US" sz="5400" b="1" i="1">
                <a:solidFill>
                  <a:srgbClr val="FF0000"/>
                </a:solidFill>
                <a:latin typeface="+mj-lt"/>
                <a:ea typeface="Arabia" pitchFamily="2" charset="0"/>
                <a:cs typeface="Arabia" pitchFamily="2" charset="0"/>
              </a:rPr>
              <a:t>Mời thầy cô tham gia nhóm để chủ động cập nhật game mới nhất nhé.</a:t>
            </a:r>
          </a:p>
        </p:txBody>
      </p:sp>
    </p:spTree>
    <p:extLst>
      <p:ext uri="{BB962C8B-B14F-4D97-AF65-F5344CB8AC3E}">
        <p14:creationId xmlns:p14="http://schemas.microsoft.com/office/powerpoint/2010/main" val="34284735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432719" y="762000"/>
            <a:ext cx="9296400" cy="25146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en-US"/>
          </a:p>
        </p:txBody>
      </p:sp>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b="28157"/>
          <a:stretch/>
        </p:blipFill>
        <p:spPr>
          <a:xfrm>
            <a:off x="2347119" y="1125496"/>
            <a:ext cx="2114550" cy="2025556"/>
          </a:xfrm>
          <a:prstGeom prst="rect">
            <a:avLst/>
          </a:prstGeom>
        </p:spPr>
      </p:pic>
      <p:sp>
        <p:nvSpPr>
          <p:cNvPr id="4" name="TextBox 3"/>
          <p:cNvSpPr txBox="1"/>
          <p:nvPr/>
        </p:nvSpPr>
        <p:spPr>
          <a:xfrm>
            <a:off x="4785519" y="1219200"/>
            <a:ext cx="5105400" cy="1938992"/>
          </a:xfrm>
          <a:prstGeom prst="rect">
            <a:avLst/>
          </a:prstGeom>
          <a:noFill/>
        </p:spPr>
        <p:txBody>
          <a:bodyPr wrap="square" lIns="91436" tIns="45718" rIns="91436" bIns="45718" rtlCol="0">
            <a:spAutoFit/>
          </a:bodyPr>
          <a:lstStyle/>
          <a:p>
            <a:r>
              <a:rPr lang="en-US" sz="2000">
                <a:solidFill>
                  <a:schemeClr val="bg1"/>
                </a:solidFill>
                <a:latin typeface="Arial" pitchFamily="34" charset="0"/>
                <a:cs typeface="Arial" pitchFamily="34" charset="0"/>
              </a:rPr>
              <a:t>Tác giả		: Phan Thị Linh</a:t>
            </a:r>
          </a:p>
          <a:p>
            <a:r>
              <a:rPr lang="en-US" sz="2000">
                <a:solidFill>
                  <a:schemeClr val="bg1"/>
                </a:solidFill>
                <a:latin typeface="Arial" pitchFamily="34" charset="0"/>
                <a:cs typeface="Arial" pitchFamily="34" charset="0"/>
              </a:rPr>
              <a:t>Năm sinh	: 1990</a:t>
            </a:r>
          </a:p>
          <a:p>
            <a:r>
              <a:rPr lang="en-US" sz="2000">
                <a:solidFill>
                  <a:schemeClr val="bg1"/>
                </a:solidFill>
                <a:latin typeface="Arial" pitchFamily="34" charset="0"/>
                <a:cs typeface="Arial" pitchFamily="34" charset="0"/>
              </a:rPr>
              <a:t>LH Zalo		: 0916.604.268</a:t>
            </a:r>
          </a:p>
          <a:p>
            <a:r>
              <a:rPr lang="en-US" sz="2000">
                <a:solidFill>
                  <a:schemeClr val="bg1"/>
                </a:solidFill>
                <a:latin typeface="Arial" pitchFamily="34" charset="0"/>
                <a:cs typeface="Arial" pitchFamily="34" charset="0"/>
              </a:rPr>
              <a:t>Nhóm chia sẻ tài liệu: </a:t>
            </a:r>
            <a:r>
              <a:rPr lang="en-US" sz="2000">
                <a:solidFill>
                  <a:schemeClr val="bg1"/>
                </a:solidFill>
                <a:hlinkClick r:id="rId3"/>
              </a:rPr>
              <a:t>https://www.facebook.com/groups/443096903751589</a:t>
            </a:r>
            <a:endParaRPr lang="en-US" sz="2000">
              <a:solidFill>
                <a:schemeClr val="bg1"/>
              </a:solidFill>
              <a:latin typeface="Arial" pitchFamily="34" charset="0"/>
              <a:cs typeface="Arial" pitchFamily="34" charset="0"/>
            </a:endParaRPr>
          </a:p>
        </p:txBody>
      </p:sp>
      <p:sp>
        <p:nvSpPr>
          <p:cNvPr id="6" name="TextBox 5"/>
          <p:cNvSpPr txBox="1"/>
          <p:nvPr/>
        </p:nvSpPr>
        <p:spPr>
          <a:xfrm>
            <a:off x="1156341" y="3628032"/>
            <a:ext cx="9953778" cy="3077568"/>
          </a:xfrm>
          <a:prstGeom prst="rect">
            <a:avLst/>
          </a:prstGeom>
          <a:noFill/>
        </p:spPr>
        <p:txBody>
          <a:bodyPr wrap="square" lIns="121719" tIns="60859" rIns="121719" bIns="60859" rtlCol="0">
            <a:spAutoFit/>
          </a:bodyPr>
          <a:lstStyle/>
          <a:p>
            <a:pPr algn="just"/>
            <a:r>
              <a:rPr lang="en-US" sz="4800" b="1" i="1">
                <a:solidFill>
                  <a:srgbClr val="FF0000"/>
                </a:solidFill>
                <a:latin typeface="Arial-Rounded" pitchFamily="34" charset="0"/>
                <a:ea typeface="Arial-Rounded" pitchFamily="34" charset="0"/>
                <a:cs typeface="Arial-Rounded" pitchFamily="34" charset="0"/>
              </a:rPr>
              <a:t>Nếu thầy cô share sản phẩm, vui lòng hãy để nguồn tác giả ạ.</a:t>
            </a:r>
          </a:p>
          <a:p>
            <a:pPr algn="just"/>
            <a:r>
              <a:rPr lang="en-US" sz="4800" b="1" i="1">
                <a:solidFill>
                  <a:srgbClr val="FF0000"/>
                </a:solidFill>
                <a:latin typeface="Arial-Rounded" pitchFamily="34" charset="0"/>
                <a:ea typeface="Arial-Rounded" pitchFamily="34" charset="0"/>
                <a:cs typeface="Arial-Rounded" pitchFamily="34" charset="0"/>
              </a:rPr>
              <a:t>Hãy văn minh và tự trọng khi lan toả tài liệu.</a:t>
            </a:r>
            <a:endParaRPr lang="en-US" sz="6400" b="1" i="1">
              <a:solidFill>
                <a:srgbClr val="FF0000"/>
              </a:solidFill>
              <a:latin typeface="Akronism" pitchFamily="2" charset="0"/>
              <a:ea typeface="Arabia" pitchFamily="2" charset="0"/>
              <a:cs typeface="Arabia" pitchFamily="2" charset="0"/>
            </a:endParaRPr>
          </a:p>
        </p:txBody>
      </p:sp>
    </p:spTree>
    <p:extLst>
      <p:ext uri="{BB962C8B-B14F-4D97-AF65-F5344CB8AC3E}">
        <p14:creationId xmlns:p14="http://schemas.microsoft.com/office/powerpoint/2010/main" val="20319034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7895" y="1219200"/>
            <a:ext cx="11848444" cy="4832092"/>
          </a:xfrm>
          <a:prstGeom prst="rect">
            <a:avLst/>
          </a:prstGeom>
        </p:spPr>
        <p:txBody>
          <a:bodyPr lIns="91436" tIns="45718" rIns="91436" bIns="45718">
            <a:spAutoFit/>
          </a:bodyPr>
          <a:lstStyle/>
          <a:p>
            <a:pPr algn="just"/>
            <a:r>
              <a:rPr lang="en-US" sz="2800">
                <a:ea typeface="Arrus-Black" pitchFamily="18" charset="0"/>
                <a:cs typeface="Arrus-Black" pitchFamily="18" charset="0"/>
              </a:rPr>
              <a:t>C</a:t>
            </a:r>
            <a:r>
              <a:rPr lang="vi-VN" sz="2800" smtClean="0">
                <a:ea typeface="Arrus-Black" pitchFamily="18" charset="0"/>
                <a:cs typeface="Arrus-Black" pitchFamily="18" charset="0"/>
              </a:rPr>
              <a:t>hia </a:t>
            </a:r>
            <a:r>
              <a:rPr lang="vi-VN" sz="2800">
                <a:ea typeface="Arrus-Black" pitchFamily="18" charset="0"/>
                <a:cs typeface="Arrus-Black" pitchFamily="18" charset="0"/>
              </a:rPr>
              <a:t>sẻ tới thầy cô một số </a:t>
            </a:r>
            <a:r>
              <a:rPr lang="en-US" sz="2800">
                <a:ea typeface="Arrus-Black" pitchFamily="18" charset="0"/>
                <a:cs typeface="Arrus-Black" pitchFamily="18" charset="0"/>
              </a:rPr>
              <a:t>thiết kế ppt Toán và TV 1 + 2 của em ạ</a:t>
            </a:r>
          </a:p>
          <a:p>
            <a:pPr algn="just"/>
            <a:r>
              <a:rPr lang="vi-VN" sz="2800">
                <a:ea typeface="Arrus-Black" pitchFamily="18" charset="0"/>
                <a:cs typeface="Arrus-Black" pitchFamily="18" charset="0"/>
              </a:rPr>
              <a:t>Link tải: </a:t>
            </a:r>
            <a:r>
              <a:rPr lang="vi-VN" sz="2800">
                <a:ea typeface="Arrus-Black" pitchFamily="18" charset="0"/>
                <a:cs typeface="Arrus-Black" pitchFamily="18" charset="0"/>
                <a:hlinkClick r:id="rId2"/>
              </a:rPr>
              <a:t>https://drive.google.com/.../1-dNa43begmfbAtLp4ijb8...</a:t>
            </a:r>
            <a:endParaRPr lang="vi-VN" sz="2800">
              <a:ea typeface="Arrus-Black" pitchFamily="18" charset="0"/>
              <a:cs typeface="Arrus-Black" pitchFamily="18" charset="0"/>
            </a:endParaRPr>
          </a:p>
          <a:p>
            <a:pPr algn="just"/>
            <a:r>
              <a:rPr lang="vi-VN" sz="2800">
                <a:ea typeface="Arrus-Black" pitchFamily="18" charset="0"/>
                <a:cs typeface="Arrus-Black" pitchFamily="18" charset="0"/>
              </a:rPr>
              <a:t>Tuy nhiên, để sử dụng đc ppt TV, thầy cô vui lòng thực hiện đúng các bước em hướng dẫn ạ! </a:t>
            </a:r>
          </a:p>
          <a:p>
            <a:pPr algn="just"/>
            <a:r>
              <a:rPr lang="vi-VN" sz="2800">
                <a:ea typeface="Arrus-Black" pitchFamily="18" charset="0"/>
                <a:cs typeface="Arrus-Black" pitchFamily="18" charset="0"/>
              </a:rPr>
              <a:t>Bước 1: Tải fonts và cài fonts (nếu khó khăn khi thực hiện, cứ liên hệ em hỗ trợ. Bước này là bắt buộc, không thể bỏ qua.</a:t>
            </a:r>
          </a:p>
          <a:p>
            <a:pPr algn="just"/>
            <a:r>
              <a:rPr lang="vi-VN" sz="2800">
                <a:ea typeface="Arrus-Black" pitchFamily="18" charset="0"/>
                <a:cs typeface="Arrus-Black" pitchFamily="18" charset="0"/>
              </a:rPr>
              <a:t>Bước 2: Tải ppt về máy (chưa thực hiện bước 1 thì tuyệt đối không thực hiện bước 2).</a:t>
            </a:r>
          </a:p>
          <a:p>
            <a:pPr algn="just"/>
            <a:r>
              <a:rPr lang="vi-VN" sz="2800">
                <a:ea typeface="Arrus-Black" pitchFamily="18" charset="0"/>
                <a:cs typeface="Arrus-Black" pitchFamily="18" charset="0"/>
              </a:rPr>
              <a:t>Đồng thời e có để video hướng dẫn cài fonts và tải tài liệu ở trong link ạ.</a:t>
            </a:r>
          </a:p>
          <a:p>
            <a:pPr algn="just"/>
            <a:r>
              <a:rPr lang="vi-VN" sz="2800">
                <a:ea typeface="Arrus-Black" pitchFamily="18" charset="0"/>
                <a:cs typeface="Arrus-Black" pitchFamily="18" charset="0"/>
              </a:rPr>
              <a:t>Các thầy cô dạy các bộ sách khác cũng có thể tham khảo vì nhiều tiết có thể hữu ích ạ.</a:t>
            </a:r>
          </a:p>
        </p:txBody>
      </p:sp>
    </p:spTree>
    <p:extLst>
      <p:ext uri="{BB962C8B-B14F-4D97-AF65-F5344CB8AC3E}">
        <p14:creationId xmlns:p14="http://schemas.microsoft.com/office/powerpoint/2010/main" val="22442042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52092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TotalTime>
  <Words>383</Words>
  <Application>Microsoft Office PowerPoint</Application>
  <PresentationFormat>Custom</PresentationFormat>
  <Paragraphs>51</Paragraphs>
  <Slides>13</Slides>
  <Notes>7</Notes>
  <HiddenSlides>0</HiddenSlides>
  <MMClips>9</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PC</cp:lastModifiedBy>
  <cp:revision>15</cp:revision>
  <dcterms:created xsi:type="dcterms:W3CDTF">2021-09-20T06:18:01Z</dcterms:created>
  <dcterms:modified xsi:type="dcterms:W3CDTF">2021-09-21T00:49:10Z</dcterms:modified>
</cp:coreProperties>
</file>