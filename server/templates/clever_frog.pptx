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Default Extension="MP3" ContentType="audio/mpe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Default Extension="wdp" ContentType="image/vnd.ms-photo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7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00FF00"/>
    <a:srgbClr val="008000"/>
    <a:srgbClr val="0000FF"/>
    <a:srgbClr val="66FFFF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 horzBarState="maximized">
    <p:restoredLeft sz="15000" autoAdjust="0"/>
    <p:restoredTop sz="94660"/>
  </p:normalViewPr>
  <p:slideViewPr>
    <p:cSldViewPr snapToGrid="0">
      <p:cViewPr varScale="1">
        <p:scale>
          <a:sx n="88" d="100"/>
          <a:sy n="88" d="100"/>
        </p:scale>
        <p:origin x="-466" y="-7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157B78-494D-42B9-9EAD-6E21D11C46B0}" type="datetimeFigureOut">
              <a:rPr lang="en-US" smtClean="0"/>
              <a:pPr/>
              <a:t>11/7/2019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62776-71AE-4BDC-8FFF-83B82BABF2D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6165064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157B78-494D-42B9-9EAD-6E21D11C46B0}" type="datetimeFigureOut">
              <a:rPr lang="en-US" smtClean="0"/>
              <a:pPr/>
              <a:t>11/7/2019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62776-71AE-4BDC-8FFF-83B82BABF2D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4575436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157B78-494D-42B9-9EAD-6E21D11C46B0}" type="datetimeFigureOut">
              <a:rPr lang="en-US" smtClean="0"/>
              <a:pPr/>
              <a:t>11/7/2019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62776-71AE-4BDC-8FFF-83B82BABF2D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3932969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157B78-494D-42B9-9EAD-6E21D11C46B0}" type="datetimeFigureOut">
              <a:rPr lang="en-US" smtClean="0"/>
              <a:pPr/>
              <a:t>11/7/2019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62776-71AE-4BDC-8FFF-83B82BABF2D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039079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157B78-494D-42B9-9EAD-6E21D11C46B0}" type="datetimeFigureOut">
              <a:rPr lang="en-US" smtClean="0"/>
              <a:pPr/>
              <a:t>11/7/2019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62776-71AE-4BDC-8FFF-83B82BABF2D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1797324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157B78-494D-42B9-9EAD-6E21D11C46B0}" type="datetimeFigureOut">
              <a:rPr lang="en-US" smtClean="0"/>
              <a:pPr/>
              <a:t>11/7/2019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62776-71AE-4BDC-8FFF-83B82BABF2D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594916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157B78-494D-42B9-9EAD-6E21D11C46B0}" type="datetimeFigureOut">
              <a:rPr lang="en-US" smtClean="0"/>
              <a:pPr/>
              <a:t>11/7/2019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62776-71AE-4BDC-8FFF-83B82BABF2D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6382163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157B78-494D-42B9-9EAD-6E21D11C46B0}" type="datetimeFigureOut">
              <a:rPr lang="en-US" smtClean="0"/>
              <a:pPr/>
              <a:t>11/7/2019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62776-71AE-4BDC-8FFF-83B82BABF2D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5046259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157B78-494D-42B9-9EAD-6E21D11C46B0}" type="datetimeFigureOut">
              <a:rPr lang="en-US" smtClean="0"/>
              <a:pPr/>
              <a:t>11/7/2019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62776-71AE-4BDC-8FFF-83B82BABF2D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0446849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157B78-494D-42B9-9EAD-6E21D11C46B0}" type="datetimeFigureOut">
              <a:rPr lang="en-US" smtClean="0"/>
              <a:pPr/>
              <a:t>11/7/2019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62776-71AE-4BDC-8FFF-83B82BABF2D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0153465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157B78-494D-42B9-9EAD-6E21D11C46B0}" type="datetimeFigureOut">
              <a:rPr lang="en-US" smtClean="0"/>
              <a:pPr/>
              <a:t>11/7/2019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62776-71AE-4BDC-8FFF-83B82BABF2D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9264690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157B78-494D-42B9-9EAD-6E21D11C46B0}" type="datetimeFigureOut">
              <a:rPr lang="en-US" smtClean="0"/>
              <a:pPr/>
              <a:t>11/7/2019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B62776-71AE-4BDC-8FFF-83B82BABF2D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2942088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13" Type="http://schemas.openxmlformats.org/officeDocument/2006/relationships/image" Target="../media/image6.png"/><Relationship Id="rId18" Type="http://schemas.microsoft.com/office/2007/relationships/hdphoto" Target="../media/hdphoto7.wdp"/><Relationship Id="rId26" Type="http://schemas.microsoft.com/office/2007/relationships/hdphoto" Target="../media/hdphoto11.wdp"/><Relationship Id="rId3" Type="http://schemas.openxmlformats.org/officeDocument/2006/relationships/image" Target="../media/image1.png"/><Relationship Id="rId21" Type="http://schemas.openxmlformats.org/officeDocument/2006/relationships/image" Target="../media/image10.png"/><Relationship Id="rId34" Type="http://schemas.openxmlformats.org/officeDocument/2006/relationships/image" Target="../media/image16.png"/><Relationship Id="rId7" Type="http://schemas.openxmlformats.org/officeDocument/2006/relationships/image" Target="../media/image3.png"/><Relationship Id="rId12" Type="http://schemas.microsoft.com/office/2007/relationships/hdphoto" Target="../media/hdphoto4.wdp"/><Relationship Id="rId17" Type="http://schemas.openxmlformats.org/officeDocument/2006/relationships/image" Target="../media/image8.png"/><Relationship Id="rId25" Type="http://schemas.openxmlformats.org/officeDocument/2006/relationships/image" Target="../media/image12.png"/><Relationship Id="rId33" Type="http://schemas.openxmlformats.org/officeDocument/2006/relationships/slide" Target="slide2.xml"/><Relationship Id="rId2" Type="http://schemas.openxmlformats.org/officeDocument/2006/relationships/slideLayout" Target="../slideLayouts/slideLayout1.xml"/><Relationship Id="rId16" Type="http://schemas.microsoft.com/office/2007/relationships/hdphoto" Target="../media/hdphoto6.wdp"/><Relationship Id="rId20" Type="http://schemas.microsoft.com/office/2007/relationships/hdphoto" Target="../media/hdphoto8.wdp"/><Relationship Id="rId29" Type="http://schemas.openxmlformats.org/officeDocument/2006/relationships/image" Target="../media/image14.png"/><Relationship Id="rId1" Type="http://schemas.openxmlformats.org/officeDocument/2006/relationships/video" Target="NULL" TargetMode="External"/><Relationship Id="rId6" Type="http://schemas.microsoft.com/office/2007/relationships/hdphoto" Target="../media/hdphoto1.wdp"/><Relationship Id="rId11" Type="http://schemas.openxmlformats.org/officeDocument/2006/relationships/image" Target="../media/image5.png"/><Relationship Id="rId24" Type="http://schemas.microsoft.com/office/2007/relationships/hdphoto" Target="../media/hdphoto10.wdp"/><Relationship Id="rId32" Type="http://schemas.microsoft.com/office/2007/relationships/hdphoto" Target="../media/hdphoto14.wdp"/><Relationship Id="rId15" Type="http://schemas.openxmlformats.org/officeDocument/2006/relationships/image" Target="../media/image7.png"/><Relationship Id="rId23" Type="http://schemas.openxmlformats.org/officeDocument/2006/relationships/image" Target="../media/image11.png"/><Relationship Id="rId28" Type="http://schemas.microsoft.com/office/2007/relationships/hdphoto" Target="../media/hdphoto12.wdp"/><Relationship Id="rId36" Type="http://schemas.openxmlformats.org/officeDocument/2006/relationships/image" Target="../media/image17.png"/><Relationship Id="rId10" Type="http://schemas.microsoft.com/office/2007/relationships/hdphoto" Target="../media/hdphoto3.wdp"/><Relationship Id="rId19" Type="http://schemas.openxmlformats.org/officeDocument/2006/relationships/image" Target="../media/image9.png"/><Relationship Id="rId31" Type="http://schemas.openxmlformats.org/officeDocument/2006/relationships/image" Target="../media/image15.png"/><Relationship Id="rId4" Type="http://schemas.openxmlformats.org/officeDocument/2006/relationships/image" Target="../media/image2.png"/><Relationship Id="rId9" Type="http://schemas.openxmlformats.org/officeDocument/2006/relationships/image" Target="../media/image4.png"/><Relationship Id="rId14" Type="http://schemas.microsoft.com/office/2007/relationships/hdphoto" Target="../media/hdphoto5.wdp"/><Relationship Id="rId22" Type="http://schemas.microsoft.com/office/2007/relationships/hdphoto" Target="../media/hdphoto9.wdp"/><Relationship Id="rId27" Type="http://schemas.openxmlformats.org/officeDocument/2006/relationships/image" Target="../media/image13.png"/><Relationship Id="rId30" Type="http://schemas.microsoft.com/office/2007/relationships/hdphoto" Target="../media/hdphoto13.wdp"/><Relationship Id="rId35" Type="http://schemas.microsoft.com/office/2007/relationships/media" Target="../media/media1.MP3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hdphoto" Target="../media/hdphoto4.wdp"/><Relationship Id="rId13" Type="http://schemas.openxmlformats.org/officeDocument/2006/relationships/image" Target="../media/image8.png"/><Relationship Id="rId18" Type="http://schemas.microsoft.com/office/2007/relationships/hdphoto" Target="../media/hdphoto9.wdp"/><Relationship Id="rId26" Type="http://schemas.microsoft.com/office/2007/relationships/hdphoto" Target="../media/hdphoto13.wdp"/><Relationship Id="rId3" Type="http://schemas.openxmlformats.org/officeDocument/2006/relationships/image" Target="../media/image2.png"/><Relationship Id="rId21" Type="http://schemas.openxmlformats.org/officeDocument/2006/relationships/image" Target="../media/image12.png"/><Relationship Id="rId34" Type="http://schemas.openxmlformats.org/officeDocument/2006/relationships/slide" Target="slide11.xml"/><Relationship Id="rId7" Type="http://schemas.openxmlformats.org/officeDocument/2006/relationships/image" Target="../media/image5.png"/><Relationship Id="rId12" Type="http://schemas.microsoft.com/office/2007/relationships/hdphoto" Target="../media/hdphoto6.wdp"/><Relationship Id="rId17" Type="http://schemas.openxmlformats.org/officeDocument/2006/relationships/image" Target="../media/image10.png"/><Relationship Id="rId25" Type="http://schemas.openxmlformats.org/officeDocument/2006/relationships/image" Target="../media/image14.png"/><Relationship Id="rId33" Type="http://schemas.openxmlformats.org/officeDocument/2006/relationships/slide" Target="slide7.xml"/><Relationship Id="rId38" Type="http://schemas.openxmlformats.org/officeDocument/2006/relationships/slide" Target="slide9.xml"/><Relationship Id="rId2" Type="http://schemas.openxmlformats.org/officeDocument/2006/relationships/image" Target="../media/image1.png"/><Relationship Id="rId16" Type="http://schemas.microsoft.com/office/2007/relationships/hdphoto" Target="../media/hdphoto8.wdp"/><Relationship Id="rId20" Type="http://schemas.microsoft.com/office/2007/relationships/hdphoto" Target="../media/hdphoto10.wdp"/><Relationship Id="rId29" Type="http://schemas.openxmlformats.org/officeDocument/2006/relationships/slide" Target="slide3.xml"/><Relationship Id="rId1" Type="http://schemas.openxmlformats.org/officeDocument/2006/relationships/slideLayout" Target="../slideLayouts/slideLayout1.xml"/><Relationship Id="rId6" Type="http://schemas.microsoft.com/office/2007/relationships/hdphoto" Target="../media/hdphoto2.wdp"/><Relationship Id="rId11" Type="http://schemas.openxmlformats.org/officeDocument/2006/relationships/image" Target="../media/image7.png"/><Relationship Id="rId24" Type="http://schemas.microsoft.com/office/2007/relationships/hdphoto" Target="../media/hdphoto12.wdp"/><Relationship Id="rId32" Type="http://schemas.openxmlformats.org/officeDocument/2006/relationships/slide" Target="slide4.xml"/><Relationship Id="rId37" Type="http://schemas.openxmlformats.org/officeDocument/2006/relationships/slide" Target="slide8.xml"/><Relationship Id="rId5" Type="http://schemas.openxmlformats.org/officeDocument/2006/relationships/image" Target="../media/image3.png"/><Relationship Id="rId15" Type="http://schemas.openxmlformats.org/officeDocument/2006/relationships/image" Target="../media/image9.png"/><Relationship Id="rId23" Type="http://schemas.openxmlformats.org/officeDocument/2006/relationships/image" Target="../media/image13.png"/><Relationship Id="rId28" Type="http://schemas.microsoft.com/office/2007/relationships/hdphoto" Target="../media/hdphoto14.wdp"/><Relationship Id="rId36" Type="http://schemas.openxmlformats.org/officeDocument/2006/relationships/slide" Target="slide12.xml"/><Relationship Id="rId10" Type="http://schemas.microsoft.com/office/2007/relationships/hdphoto" Target="../media/hdphoto5.wdp"/><Relationship Id="rId19" Type="http://schemas.openxmlformats.org/officeDocument/2006/relationships/image" Target="../media/image11.png"/><Relationship Id="rId31" Type="http://schemas.openxmlformats.org/officeDocument/2006/relationships/slide" Target="slide6.xml"/><Relationship Id="rId4" Type="http://schemas.microsoft.com/office/2007/relationships/hdphoto" Target="../media/hdphoto1.wdp"/><Relationship Id="rId9" Type="http://schemas.openxmlformats.org/officeDocument/2006/relationships/image" Target="../media/image6.png"/><Relationship Id="rId14" Type="http://schemas.microsoft.com/office/2007/relationships/hdphoto" Target="../media/hdphoto7.wdp"/><Relationship Id="rId22" Type="http://schemas.microsoft.com/office/2007/relationships/hdphoto" Target="../media/hdphoto11.wdp"/><Relationship Id="rId27" Type="http://schemas.openxmlformats.org/officeDocument/2006/relationships/image" Target="../media/image18.png"/><Relationship Id="rId30" Type="http://schemas.openxmlformats.org/officeDocument/2006/relationships/slide" Target="slide5.xml"/><Relationship Id="rId35" Type="http://schemas.openxmlformats.org/officeDocument/2006/relationships/slide" Target="slide10.xml"/></Relationships>
</file>

<file path=ppt/slides/_rels/slide3.xml.rels><?xml version="1.0" encoding="UTF-8" standalone="yes"?>
<Relationships xmlns="http://schemas.openxmlformats.org/package/2006/relationships"><Relationship Id="rId8" Type="http://schemas.microsoft.com/office/2007/relationships/hdphoto" Target="../media/hdphoto5.wdp"/><Relationship Id="rId3" Type="http://schemas.openxmlformats.org/officeDocument/2006/relationships/image" Target="../media/image19.jpeg"/><Relationship Id="rId7" Type="http://schemas.openxmlformats.org/officeDocument/2006/relationships/image" Target="../media/image2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" Target="slide2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8" Type="http://schemas.microsoft.com/office/2007/relationships/hdphoto" Target="../media/hdphoto4.wdp"/><Relationship Id="rId3" Type="http://schemas.openxmlformats.org/officeDocument/2006/relationships/image" Target="../media/image19.jpeg"/><Relationship Id="rId7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" Target="slide2.xml"/><Relationship Id="rId5" Type="http://schemas.microsoft.com/office/2007/relationships/hdphoto" Target="../media/hdphoto2.wdp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8" Type="http://schemas.microsoft.com/office/2007/relationships/hdphoto" Target="../media/hdphoto6.wdp"/><Relationship Id="rId3" Type="http://schemas.openxmlformats.org/officeDocument/2006/relationships/image" Target="../media/image19.jpeg"/><Relationship Id="rId7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" Target="slide2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8" Type="http://schemas.microsoft.com/office/2007/relationships/hdphoto" Target="../media/hdphoto15.wdp"/><Relationship Id="rId3" Type="http://schemas.openxmlformats.org/officeDocument/2006/relationships/image" Target="../media/image19.jpeg"/><Relationship Id="rId7" Type="http://schemas.openxmlformats.org/officeDocument/2006/relationships/image" Target="../media/image2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" Target="slide2.xml"/><Relationship Id="rId5" Type="http://schemas.microsoft.com/office/2007/relationships/hdphoto" Target="../media/hdphoto2.wdp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8" Type="http://schemas.microsoft.com/office/2007/relationships/hdphoto" Target="../media/hdphoto8.wdp"/><Relationship Id="rId3" Type="http://schemas.openxmlformats.org/officeDocument/2006/relationships/image" Target="../media/image19.jpeg"/><Relationship Id="rId7" Type="http://schemas.openxmlformats.org/officeDocument/2006/relationships/image" Target="../media/image2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" Target="slide2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8" Type="http://schemas.microsoft.com/office/2007/relationships/hdphoto" Target="../media/hdphoto13.wdp"/><Relationship Id="rId3" Type="http://schemas.openxmlformats.org/officeDocument/2006/relationships/image" Target="../media/image19.jpeg"/><Relationship Id="rId7" Type="http://schemas.openxmlformats.org/officeDocument/2006/relationships/image" Target="../media/image2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" Target="slide2.xml"/><Relationship Id="rId5" Type="http://schemas.microsoft.com/office/2007/relationships/hdphoto" Target="../media/hdphoto2.wdp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8" Type="http://schemas.microsoft.com/office/2007/relationships/hdphoto" Target="../media/hdphoto9.wdp"/><Relationship Id="rId3" Type="http://schemas.openxmlformats.org/officeDocument/2006/relationships/image" Target="../media/image19.jpeg"/><Relationship Id="rId7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" Target="slide2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8" Type="http://schemas.microsoft.com/office/2007/relationships/hdphoto" Target="../media/hdphoto11.wdp"/><Relationship Id="rId3" Type="http://schemas.openxmlformats.org/officeDocument/2006/relationships/image" Target="../media/image19.jpeg"/><Relationship Id="rId7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" Target="slide2.xml"/><Relationship Id="rId5" Type="http://schemas.microsoft.com/office/2007/relationships/hdphoto" Target="../media/hdphoto2.wdp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8" Type="http://schemas.microsoft.com/office/2007/relationships/hdphoto" Target="../media/hdphoto10.wdp"/><Relationship Id="rId3" Type="http://schemas.openxmlformats.org/officeDocument/2006/relationships/image" Target="../media/image19.jpeg"/><Relationship Id="rId7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" Target="slide2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8" Type="http://schemas.microsoft.com/office/2007/relationships/hdphoto" Target="../media/hdphoto12.wdp"/><Relationship Id="rId3" Type="http://schemas.openxmlformats.org/officeDocument/2006/relationships/image" Target="../media/image19.jpeg"/><Relationship Id="rId7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" Target="slide2.xml"/><Relationship Id="rId5" Type="http://schemas.microsoft.com/office/2007/relationships/hdphoto" Target="../media/hdphoto2.wdp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4" cstate="print">
            <a:extLst>
              <a:ext uri="{BEBA8EAE-BF5A-486C-A8C5-ECC9F3942E4B}">
                <a14:imgProps xmlns="" xmlns:a14="http://schemas.microsoft.com/office/drawing/2010/main">
                  <a14:imgLayer r:embed="rId6">
                    <a14:imgEffect>
                      <a14:backgroundRemoval t="0" b="100000" l="0" r="100000">
                        <a14:foregroundMark x1="79691" y1="88450" x2="80271" y2="94225"/>
                        <a14:foregroundMark x1="80271" y1="89362" x2="56673" y2="89058"/>
                        <a14:foregroundMark x1="89168" y1="90274" x2="64023" y2="94529"/>
                        <a14:foregroundMark x1="95551" y1="78116" x2="52805" y2="87234"/>
                        <a14:foregroundMark x1="50870" y1="73860" x2="11992" y2="85714"/>
                        <a14:foregroundMark x1="10251" y1="68997" x2="38104" y2="88754"/>
                        <a14:foregroundMark x1="9671" y1="10942" x2="51451" y2="17021"/>
                        <a14:foregroundMark x1="39458" y1="8207" x2="2128" y2="24012"/>
                        <a14:foregroundMark x1="12186" y1="14286" x2="31721" y2="10638"/>
                        <a14:foregroundMark x1="19149" y1="9726" x2="16441" y2="17933"/>
                        <a14:foregroundMark x1="41973" y1="10334" x2="46422" y2="17021"/>
                        <a14:foregroundMark x1="56673" y1="6079" x2="90716" y2="2736"/>
                        <a14:foregroundMark x1="93424" y1="5471" x2="88781" y2="13982"/>
                        <a14:foregroundMark x1="98066" y1="32523" x2="97292" y2="61398"/>
                        <a14:foregroundMark x1="75242" y1="89970" x2="66538" y2="94529"/>
                        <a14:foregroundMark x1="8897" y1="45593" x2="0" y2="66869"/>
                        <a14:foregroundMark x1="1547" y1="41945" x2="1354" y2="68085"/>
                        <a14:foregroundMark x1="60542" y1="2736" x2="86847" y2="1824"/>
                        <a14:foregroundMark x1="93424" y1="1520" x2="70019" y2="912"/>
                        <a14:foregroundMark x1="93424" y1="35562" x2="99807" y2="57447"/>
                        <a14:foregroundMark x1="59961" y1="75076" x2="10445" y2="82675"/>
                        <a14:foregroundMark x1="45648" y1="83587" x2="13540" y2="80851"/>
                        <a14:foregroundMark x1="16248" y1="64742" x2="10445" y2="78419"/>
                        <a14:foregroundMark x1="19729" y1="69605" x2="16634" y2="86018"/>
                        <a14:foregroundMark x1="11412" y1="65957" x2="9284" y2="7325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50789" y="3306302"/>
            <a:ext cx="1975757" cy="1257300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4" cstate="print">
            <a:extLst>
              <a:ext uri="{BEBA8EAE-BF5A-486C-A8C5-ECC9F3942E4B}">
                <a14:imgProps xmlns="" xmlns:a14="http://schemas.microsoft.com/office/drawing/2010/main">
                  <a14:imgLayer r:embed="rId6">
                    <a14:imgEffect>
                      <a14:backgroundRemoval t="0" b="100000" l="0" r="100000">
                        <a14:foregroundMark x1="79691" y1="88450" x2="80271" y2="94225"/>
                        <a14:foregroundMark x1="80271" y1="89362" x2="56673" y2="89058"/>
                        <a14:foregroundMark x1="89168" y1="90274" x2="64023" y2="94529"/>
                        <a14:foregroundMark x1="95551" y1="78116" x2="52805" y2="87234"/>
                        <a14:foregroundMark x1="50870" y1="73860" x2="11992" y2="85714"/>
                        <a14:foregroundMark x1="10251" y1="68997" x2="38104" y2="88754"/>
                        <a14:foregroundMark x1="9671" y1="10942" x2="51451" y2="17021"/>
                        <a14:foregroundMark x1="39458" y1="8207" x2="2128" y2="24012"/>
                        <a14:foregroundMark x1="12186" y1="14286" x2="31721" y2="10638"/>
                        <a14:foregroundMark x1="19149" y1="9726" x2="16441" y2="17933"/>
                        <a14:foregroundMark x1="41973" y1="10334" x2="46422" y2="17021"/>
                        <a14:foregroundMark x1="56673" y1="6079" x2="90716" y2="2736"/>
                        <a14:foregroundMark x1="93424" y1="5471" x2="88781" y2="13982"/>
                        <a14:foregroundMark x1="98066" y1="32523" x2="97292" y2="61398"/>
                        <a14:foregroundMark x1="75242" y1="89970" x2="66538" y2="94529"/>
                        <a14:foregroundMark x1="8897" y1="45593" x2="0" y2="66869"/>
                        <a14:foregroundMark x1="1547" y1="41945" x2="1354" y2="68085"/>
                        <a14:foregroundMark x1="60542" y1="2736" x2="86847" y2="1824"/>
                        <a14:foregroundMark x1="93424" y1="1520" x2="70019" y2="912"/>
                        <a14:foregroundMark x1="93424" y1="35562" x2="99807" y2="57447"/>
                        <a14:foregroundMark x1="59961" y1="75076" x2="10445" y2="82675"/>
                        <a14:foregroundMark x1="45648" y1="83587" x2="13540" y2="80851"/>
                        <a14:foregroundMark x1="16248" y1="64742" x2="10445" y2="78419"/>
                        <a14:foregroundMark x1="19729" y1="69605" x2="16634" y2="86018"/>
                        <a14:foregroundMark x1="11412" y1="65957" x2="9284" y2="7325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19200" y="4533841"/>
            <a:ext cx="1975757" cy="1257300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>
          <a:blip r:embed="rId7" cstate="print">
            <a:extLst>
              <a:ext uri="{BEBA8EAE-BF5A-486C-A8C5-ECC9F3942E4B}">
                <a14:imgProps xmlns="" xmlns:a14="http://schemas.microsoft.com/office/drawing/2010/main">
                  <a14:imgLayer r:embed="rId8">
                    <a14:imgEffect>
                      <a14:backgroundRemoval t="0" b="100000" l="0" r="100000"/>
                    </a14:imgEffect>
                  </a14:imgLayer>
                </a14:imgProps>
              </a:ex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7221" y="6151016"/>
            <a:ext cx="2337448" cy="786431"/>
          </a:xfrm>
          <a:prstGeom prst="rect">
            <a:avLst/>
          </a:prstGeom>
        </p:spPr>
      </p:pic>
      <p:pic>
        <p:nvPicPr>
          <p:cNvPr id="27" name="Picture 26"/>
          <p:cNvPicPr>
            <a:picLocks noChangeAspect="1"/>
          </p:cNvPicPr>
          <p:nvPr/>
        </p:nvPicPr>
        <p:blipFill>
          <a:blip r:embed="rId9" cstate="print">
            <a:extLst>
              <a:ext uri="{BEBA8EAE-BF5A-486C-A8C5-ECC9F3942E4B}">
                <a14:imgProps xmlns="" xmlns:a14="http://schemas.microsoft.com/office/drawing/2010/main">
                  <a14:imgLayer r:embed="rId10">
                    <a14:imgEffect>
                      <a14:backgroundRemoval t="0" b="100000" l="0" r="100000">
                        <a14:foregroundMark x1="79691" y1="88450" x2="80271" y2="94225"/>
                        <a14:foregroundMark x1="80271" y1="89362" x2="56673" y2="89058"/>
                        <a14:foregroundMark x1="89168" y1="90274" x2="64023" y2="94529"/>
                        <a14:foregroundMark x1="95551" y1="78116" x2="52805" y2="87234"/>
                        <a14:foregroundMark x1="50870" y1="73860" x2="11992" y2="85714"/>
                        <a14:foregroundMark x1="10251" y1="68997" x2="38104" y2="88754"/>
                        <a14:foregroundMark x1="9671" y1="10942" x2="51451" y2="17021"/>
                        <a14:foregroundMark x1="39458" y1="8207" x2="2128" y2="24012"/>
                        <a14:foregroundMark x1="12186" y1="14286" x2="31721" y2="10638"/>
                        <a14:foregroundMark x1="19149" y1="9726" x2="16441" y2="17933"/>
                        <a14:foregroundMark x1="41973" y1="10334" x2="46422" y2="17021"/>
                        <a14:foregroundMark x1="56673" y1="6079" x2="90716" y2="2736"/>
                        <a14:foregroundMark x1="93424" y1="5471" x2="88781" y2="13982"/>
                        <a14:foregroundMark x1="98066" y1="32523" x2="97292" y2="61398"/>
                        <a14:foregroundMark x1="75242" y1="89970" x2="66538" y2="94529"/>
                        <a14:foregroundMark x1="8897" y1="45593" x2="0" y2="66869"/>
                        <a14:foregroundMark x1="1547" y1="41945" x2="1354" y2="68085"/>
                        <a14:foregroundMark x1="60542" y1="2736" x2="86847" y2="1824"/>
                        <a14:foregroundMark x1="93424" y1="1520" x2="70019" y2="912"/>
                        <a14:foregroundMark x1="93424" y1="35562" x2="99807" y2="57447"/>
                        <a14:foregroundMark x1="59961" y1="75076" x2="10445" y2="82675"/>
                        <a14:foregroundMark x1="45648" y1="83587" x2="13540" y2="80851"/>
                        <a14:foregroundMark x1="16248" y1="64742" x2="10445" y2="78419"/>
                        <a14:foregroundMark x1="19729" y1="69605" x2="16634" y2="86018"/>
                        <a14:foregroundMark x1="11412" y1="65957" x2="9284" y2="7325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552047"/>
            <a:ext cx="1571039" cy="999752"/>
          </a:xfrm>
          <a:prstGeom prst="rect">
            <a:avLst/>
          </a:prstGeom>
        </p:spPr>
      </p:pic>
      <p:pic>
        <p:nvPicPr>
          <p:cNvPr id="28" name="Picture 27"/>
          <p:cNvPicPr>
            <a:picLocks noChangeAspect="1"/>
          </p:cNvPicPr>
          <p:nvPr/>
        </p:nvPicPr>
        <p:blipFill>
          <a:blip r:embed="rId7" cstate="print">
            <a:extLst>
              <a:ext uri="{BEBA8EAE-BF5A-486C-A8C5-ECC9F3942E4B}">
                <a14:imgProps xmlns="" xmlns:a14="http://schemas.microsoft.com/office/drawing/2010/main">
                  <a14:imgLayer r:embed="rId8">
                    <a14:imgEffect>
                      <a14:backgroundRemoval t="0" b="100000" l="0" r="100000"/>
                    </a14:imgEffect>
                  </a14:imgLayer>
                </a14:imgProps>
              </a:ex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73549" y="3636645"/>
            <a:ext cx="1893401" cy="637032"/>
          </a:xfrm>
          <a:prstGeom prst="rect">
            <a:avLst/>
          </a:prstGeom>
        </p:spPr>
      </p:pic>
      <p:pic>
        <p:nvPicPr>
          <p:cNvPr id="30" name="Picture 29"/>
          <p:cNvPicPr>
            <a:picLocks noChangeAspect="1"/>
          </p:cNvPicPr>
          <p:nvPr/>
        </p:nvPicPr>
        <p:blipFill>
          <a:blip r:embed="rId4" cstate="print">
            <a:extLst>
              <a:ext uri="{BEBA8EAE-BF5A-486C-A8C5-ECC9F3942E4B}">
                <a14:imgProps xmlns="" xmlns:a14="http://schemas.microsoft.com/office/drawing/2010/main">
                  <a14:imgLayer r:embed="rId6">
                    <a14:imgEffect>
                      <a14:backgroundRemoval t="0" b="100000" l="0" r="100000">
                        <a14:foregroundMark x1="79691" y1="88450" x2="80271" y2="94225"/>
                        <a14:foregroundMark x1="80271" y1="89362" x2="56673" y2="89058"/>
                        <a14:foregroundMark x1="89168" y1="90274" x2="64023" y2="94529"/>
                        <a14:foregroundMark x1="95551" y1="78116" x2="52805" y2="87234"/>
                        <a14:foregroundMark x1="50870" y1="73860" x2="11992" y2="85714"/>
                        <a14:foregroundMark x1="10251" y1="68997" x2="38104" y2="88754"/>
                        <a14:foregroundMark x1="9671" y1="10942" x2="51451" y2="17021"/>
                        <a14:foregroundMark x1="39458" y1="8207" x2="2128" y2="24012"/>
                        <a14:foregroundMark x1="12186" y1="14286" x2="31721" y2="10638"/>
                        <a14:foregroundMark x1="19149" y1="9726" x2="16441" y2="17933"/>
                        <a14:foregroundMark x1="41973" y1="10334" x2="46422" y2="17021"/>
                        <a14:foregroundMark x1="56673" y1="6079" x2="90716" y2="2736"/>
                        <a14:foregroundMark x1="93424" y1="5471" x2="88781" y2="13982"/>
                        <a14:foregroundMark x1="98066" y1="32523" x2="97292" y2="61398"/>
                        <a14:foregroundMark x1="75242" y1="89970" x2="66538" y2="94529"/>
                        <a14:foregroundMark x1="8897" y1="45593" x2="0" y2="66869"/>
                        <a14:foregroundMark x1="1547" y1="41945" x2="1354" y2="68085"/>
                        <a14:foregroundMark x1="60542" y1="2736" x2="86847" y2="1824"/>
                        <a14:foregroundMark x1="93424" y1="1520" x2="70019" y2="912"/>
                        <a14:foregroundMark x1="93424" y1="35562" x2="99807" y2="57447"/>
                        <a14:foregroundMark x1="59961" y1="75076" x2="10445" y2="82675"/>
                        <a14:foregroundMark x1="45648" y1="83587" x2="13540" y2="80851"/>
                        <a14:foregroundMark x1="16248" y1="64742" x2="10445" y2="78419"/>
                        <a14:foregroundMark x1="19729" y1="69605" x2="16634" y2="86018"/>
                        <a14:foregroundMark x1="11412" y1="65957" x2="9284" y2="7325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06641" y="4162739"/>
            <a:ext cx="1975757" cy="1257300"/>
          </a:xfrm>
          <a:prstGeom prst="rect">
            <a:avLst/>
          </a:prstGeom>
        </p:spPr>
      </p:pic>
      <p:pic>
        <p:nvPicPr>
          <p:cNvPr id="31" name="Picture 30"/>
          <p:cNvPicPr>
            <a:picLocks noChangeAspect="1"/>
          </p:cNvPicPr>
          <p:nvPr/>
        </p:nvPicPr>
        <p:blipFill>
          <a:blip r:embed="rId7" cstate="print">
            <a:extLst>
              <a:ext uri="{BEBA8EAE-BF5A-486C-A8C5-ECC9F3942E4B}">
                <a14:imgProps xmlns="" xmlns:a14="http://schemas.microsoft.com/office/drawing/2010/main">
                  <a14:imgLayer r:embed="rId8">
                    <a14:imgEffect>
                      <a14:backgroundRemoval t="0" b="100000" l="0" r="100000"/>
                    </a14:imgEffect>
                  </a14:imgLayer>
                </a14:imgProps>
              </a:ex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36556" y="5732837"/>
            <a:ext cx="1893401" cy="637032"/>
          </a:xfrm>
          <a:prstGeom prst="rect">
            <a:avLst/>
          </a:prstGeom>
        </p:spPr>
      </p:pic>
      <p:pic>
        <p:nvPicPr>
          <p:cNvPr id="32" name="Picture 31"/>
          <p:cNvPicPr>
            <a:picLocks noChangeAspect="1"/>
          </p:cNvPicPr>
          <p:nvPr/>
        </p:nvPicPr>
        <p:blipFill>
          <a:blip r:embed="rId7" cstate="print">
            <a:extLst>
              <a:ext uri="{BEBA8EAE-BF5A-486C-A8C5-ECC9F3942E4B}">
                <a14:imgProps xmlns="" xmlns:a14="http://schemas.microsoft.com/office/drawing/2010/main">
                  <a14:imgLayer r:embed="rId8">
                    <a14:imgEffect>
                      <a14:backgroundRemoval t="0" b="100000" l="0" r="100000"/>
                    </a14:imgEffect>
                  </a14:imgLayer>
                </a14:imgProps>
              </a:ex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62500" y="6182026"/>
            <a:ext cx="1893401" cy="637032"/>
          </a:xfrm>
          <a:prstGeom prst="rect">
            <a:avLst/>
          </a:prstGeom>
        </p:spPr>
      </p:pic>
      <p:pic>
        <p:nvPicPr>
          <p:cNvPr id="38" name="Picture 37"/>
          <p:cNvPicPr>
            <a:picLocks noChangeAspect="1"/>
          </p:cNvPicPr>
          <p:nvPr/>
        </p:nvPicPr>
        <p:blipFill>
          <a:blip r:embed="rId11" cstate="print">
            <a:extLst>
              <a:ext uri="{BEBA8EAE-BF5A-486C-A8C5-ECC9F3942E4B}">
                <a14:imgProps xmlns="" xmlns:a14="http://schemas.microsoft.com/office/drawing/2010/main">
                  <a14:imgLayer r:embed="rId12">
                    <a14:imgEffect>
                      <a14:backgroundRemoval t="0" b="100000" l="0" r="100000">
                        <a14:foregroundMark x1="30802" y1="75714" x2="69628" y2="76286"/>
                        <a14:foregroundMark x1="39685" y1="80286" x2="60458" y2="79286"/>
                        <a14:foregroundMark x1="39398" y1="7143" x2="45129" y2="17571"/>
                        <a14:foregroundMark x1="59456" y1="5714" x2="58596" y2="1728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0048" y="1149532"/>
            <a:ext cx="1414645" cy="1418698"/>
          </a:xfrm>
          <a:prstGeom prst="rect">
            <a:avLst/>
          </a:prstGeom>
        </p:spPr>
      </p:pic>
      <p:pic>
        <p:nvPicPr>
          <p:cNvPr id="42" name="Picture 41"/>
          <p:cNvPicPr>
            <a:picLocks noChangeAspect="1"/>
          </p:cNvPicPr>
          <p:nvPr/>
        </p:nvPicPr>
        <p:blipFill>
          <a:blip r:embed="rId13" cstate="print">
            <a:extLst>
              <a:ext uri="{BEBA8EAE-BF5A-486C-A8C5-ECC9F3942E4B}">
                <a14:imgProps xmlns="" xmlns:a14="http://schemas.microsoft.com/office/drawing/2010/main">
                  <a14:imgLayer r:embed="rId14">
                    <a14:imgEffect>
                      <a14:backgroundRemoval t="0" b="100000" l="0" r="100000">
                        <a14:foregroundMark x1="61558" y1="7051" x2="64935" y2="23397"/>
                        <a14:foregroundMark x1="89610" y1="9615" x2="91948" y2="28205"/>
                        <a14:foregroundMark x1="59740" y1="9615" x2="55584" y2="2403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5314" y="1342404"/>
            <a:ext cx="1543813" cy="1251090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/>
        </p:nvPicPr>
        <p:blipFill>
          <a:blip r:embed="rId15" cstate="print">
            <a:extLst>
              <a:ext uri="{BEBA8EAE-BF5A-486C-A8C5-ECC9F3942E4B}">
                <a14:imgProps xmlns="" xmlns:a14="http://schemas.microsoft.com/office/drawing/2010/main">
                  <a14:imgLayer r:embed="rId16">
                    <a14:imgEffect>
                      <a14:backgroundRemoval t="0" b="100000" l="0" r="100000"/>
                    </a14:imgEffect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26240" y="1290560"/>
            <a:ext cx="1753487" cy="1274238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17" cstate="print">
            <a:extLst>
              <a:ext uri="{BEBA8EAE-BF5A-486C-A8C5-ECC9F3942E4B}">
                <a14:imgProps xmlns="" xmlns:a14="http://schemas.microsoft.com/office/drawing/2010/main">
                  <a14:imgLayer r:embed="rId18">
                    <a14:imgEffect>
                      <a14:backgroundRemoval t="0" b="100000" l="0" r="100000">
                        <a14:foregroundMark x1="35568" y1="6319" x2="45622" y2="26179"/>
                        <a14:foregroundMark x1="63351" y1="5918" x2="52432" y2="2999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44357" y="2925976"/>
            <a:ext cx="1209293" cy="1303422"/>
          </a:xfrm>
          <a:prstGeom prst="rect">
            <a:avLst/>
          </a:prstGeom>
        </p:spPr>
      </p:pic>
      <p:pic>
        <p:nvPicPr>
          <p:cNvPr id="24" name="Picture 23"/>
          <p:cNvPicPr>
            <a:picLocks noChangeAspect="1"/>
          </p:cNvPicPr>
          <p:nvPr/>
        </p:nvPicPr>
        <p:blipFill>
          <a:blip r:embed="rId19" cstate="print">
            <a:extLst>
              <a:ext uri="{BEBA8EAE-BF5A-486C-A8C5-ECC9F3942E4B}">
                <a14:imgProps xmlns="" xmlns:a14="http://schemas.microsoft.com/office/drawing/2010/main">
                  <a14:imgLayer r:embed="rId20">
                    <a14:imgEffect>
                      <a14:backgroundRemoval t="0" b="99201" l="0" r="100000"/>
                    </a14:imgEffect>
                  </a14:imgLayer>
                </a14:imgProps>
              </a:ex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97479" y="2629525"/>
            <a:ext cx="1480128" cy="1510294"/>
          </a:xfrm>
          <a:prstGeom prst="rect">
            <a:avLst/>
          </a:prstGeom>
        </p:spPr>
      </p:pic>
      <p:pic>
        <p:nvPicPr>
          <p:cNvPr id="25" name="Picture 24"/>
          <p:cNvPicPr>
            <a:picLocks noChangeAspect="1"/>
          </p:cNvPicPr>
          <p:nvPr/>
        </p:nvPicPr>
        <p:blipFill>
          <a:blip r:embed="rId21" cstate="print">
            <a:extLst>
              <a:ext uri="{BEBA8EAE-BF5A-486C-A8C5-ECC9F3942E4B}">
                <a14:imgProps xmlns="" xmlns:a14="http://schemas.microsoft.com/office/drawing/2010/main">
                  <a14:imgLayer r:embed="rId22">
                    <a14:imgEffect>
                      <a14:backgroundRemoval t="0" b="100000" l="0" r="100000">
                        <a14:foregroundMark x1="12154" y1="10441" x2="23692" y2="11137"/>
                        <a14:foregroundMark x1="47692" y1="6961" x2="36000" y2="997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68834" y="2025872"/>
            <a:ext cx="1621003" cy="1074850"/>
          </a:xfrm>
          <a:prstGeom prst="rect">
            <a:avLst/>
          </a:prstGeom>
        </p:spPr>
      </p:pic>
      <p:pic>
        <p:nvPicPr>
          <p:cNvPr id="26" name="Picture 25"/>
          <p:cNvPicPr>
            <a:picLocks noChangeAspect="1"/>
          </p:cNvPicPr>
          <p:nvPr/>
        </p:nvPicPr>
        <p:blipFill>
          <a:blip r:embed="rId23">
            <a:extLst>
              <a:ext uri="{BEBA8EAE-BF5A-486C-A8C5-ECC9F3942E4B}">
                <a14:imgProps xmlns="" xmlns:a14="http://schemas.microsoft.com/office/drawing/2010/main">
                  <a14:imgLayer r:embed="rId24">
                    <a14:imgEffect>
                      <a14:backgroundRemoval t="0" b="100000" l="0" r="100000">
                        <a14:foregroundMark x1="31065" y1="7619" x2="49704" y2="36508"/>
                        <a14:foregroundMark x1="65976" y1="6032" x2="51775" y2="26349"/>
                        <a14:foregroundMark x1="35503" y1="7302" x2="65976" y2="6984"/>
                        <a14:foregroundMark x1="38166" y1="31111" x2="69822" y2="3301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0818" y="3934952"/>
            <a:ext cx="1638443" cy="1526952"/>
          </a:xfrm>
          <a:prstGeom prst="rect">
            <a:avLst/>
          </a:prstGeom>
        </p:spPr>
      </p:pic>
      <p:pic>
        <p:nvPicPr>
          <p:cNvPr id="29" name="Picture 28"/>
          <p:cNvPicPr>
            <a:picLocks noChangeAspect="1"/>
          </p:cNvPicPr>
          <p:nvPr/>
        </p:nvPicPr>
        <p:blipFill>
          <a:blip r:embed="rId25" cstate="print">
            <a:extLst>
              <a:ext uri="{BEBA8EAE-BF5A-486C-A8C5-ECC9F3942E4B}">
                <a14:imgProps xmlns="" xmlns:a14="http://schemas.microsoft.com/office/drawing/2010/main">
                  <a14:imgLayer r:embed="rId26">
                    <a14:imgEffect>
                      <a14:backgroundRemoval t="0" b="100000" l="0" r="100000">
                        <a14:backgroundMark x1="37937" y1="83556" x2="40559" y2="85277"/>
                        <a14:backgroundMark x1="62937" y1="82792" x2="60490" y2="8489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71956" y="4915295"/>
            <a:ext cx="1384988" cy="1266731"/>
          </a:xfrm>
          <a:prstGeom prst="rect">
            <a:avLst/>
          </a:prstGeom>
        </p:spPr>
      </p:pic>
      <p:pic>
        <p:nvPicPr>
          <p:cNvPr id="33" name="Picture 32"/>
          <p:cNvPicPr>
            <a:picLocks noChangeAspect="1"/>
          </p:cNvPicPr>
          <p:nvPr/>
        </p:nvPicPr>
        <p:blipFill>
          <a:blip r:embed="rId27" cstate="print">
            <a:extLst>
              <a:ext uri="{BEBA8EAE-BF5A-486C-A8C5-ECC9F3942E4B}">
                <a14:imgProps xmlns="" xmlns:a14="http://schemas.microsoft.com/office/drawing/2010/main">
                  <a14:imgLayer r:embed="rId28">
                    <a14:imgEffect>
                      <a14:backgroundRemoval t="0" b="100000" l="0" r="100000">
                        <a14:foregroundMark x1="21649" y1="16824" x2="16348" y2="29206"/>
                        <a14:foregroundMark x1="43594" y1="6326" x2="53314" y2="1776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9605" y="5280791"/>
            <a:ext cx="1267074" cy="1386504"/>
          </a:xfrm>
          <a:prstGeom prst="rect">
            <a:avLst/>
          </a:prstGeom>
        </p:spPr>
      </p:pic>
      <p:pic>
        <p:nvPicPr>
          <p:cNvPr id="34" name="Picture 33"/>
          <p:cNvPicPr>
            <a:picLocks noChangeAspect="1"/>
          </p:cNvPicPr>
          <p:nvPr/>
        </p:nvPicPr>
        <p:blipFill>
          <a:blip r:embed="rId29" cstate="print">
            <a:extLst>
              <a:ext uri="{BEBA8EAE-BF5A-486C-A8C5-ECC9F3942E4B}">
                <a14:imgProps xmlns="" xmlns:a14="http://schemas.microsoft.com/office/drawing/2010/main">
                  <a14:imgLayer r:embed="rId30">
                    <a14:imgEffect>
                      <a14:backgroundRemoval t="0" b="100000" l="0" r="100000">
                        <a14:foregroundMark x1="25111" y1="7817" x2="47333" y2="16173"/>
                        <a14:foregroundMark x1="42889" y1="7547" x2="30444" y2="7547"/>
                        <a14:foregroundMark x1="58000" y1="6739" x2="76000" y2="1266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59575" y="3672067"/>
            <a:ext cx="1382534" cy="1139823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1">
            <a:extLst>
              <a:ext uri="{BEBA8EAE-BF5A-486C-A8C5-ECC9F3942E4B}">
                <a14:imgProps xmlns="" xmlns:a14="http://schemas.microsoft.com/office/drawing/2010/main">
                  <a14:imgLayer r:embed="rId32">
                    <a14:imgEffect>
                      <a14:backgroundRemoval t="0" b="100000" l="0" r="100000">
                        <a14:foregroundMark x1="83090" y1="62437" x2="90379" y2="69543"/>
                        <a14:foregroundMark x1="97085" y1="90355" x2="94752" y2="94416"/>
                        <a14:backgroundMark x1="99708" y1="74619" x2="99708" y2="75127"/>
                        <a14:backgroundMark x1="99708" y1="83249" x2="99708" y2="8071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30314" y="-486747"/>
            <a:ext cx="5363061" cy="3080241"/>
          </a:xfrm>
          <a:prstGeom prst="rect">
            <a:avLst/>
          </a:prstGeom>
        </p:spPr>
      </p:pic>
      <p:pic>
        <p:nvPicPr>
          <p:cNvPr id="46" name="Picture 11" descr="C:\Users\ADMIN\Desktop\Tai nguyen thiet ke tro choi\Angry birds epic birds\1505573783630 (2).png">
            <a:hlinkClick r:id="rId33" action="ppaction://hlinksldjump"/>
          </p:cNvPr>
          <p:cNvPicPr>
            <a:picLocks noChangeAspect="1" noChangeArrowheads="1"/>
          </p:cNvPicPr>
          <p:nvPr/>
        </p:nvPicPr>
        <p:blipFill>
          <a:blip r:embed="rId34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4376" y="5231624"/>
            <a:ext cx="1069648" cy="585633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2885708" y="3956025"/>
            <a:ext cx="566212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b="1" dirty="0" smtClean="0">
                <a:solidFill>
                  <a:srgbClr val="008000"/>
                </a:solidFill>
                <a:latin typeface="Algerian" panose="04020705040A02060702" pitchFamily="82" charset="0"/>
              </a:rPr>
              <a:t>ẾCH XANH MƯU TRÍ</a:t>
            </a:r>
            <a:endParaRPr lang="en-US" sz="4800" b="1" dirty="0">
              <a:solidFill>
                <a:srgbClr val="008000"/>
              </a:solidFill>
              <a:latin typeface="Algerian" panose="04020705040A02060702" pitchFamily="82" charset="0"/>
            </a:endParaRPr>
          </a:p>
        </p:txBody>
      </p:sp>
      <p:pic>
        <p:nvPicPr>
          <p:cNvPr id="4" name="Zen Garden In-Game - Laura Shigihara - NhacCuaTui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="" xmlns:p14="http://schemas.microsoft.com/office/powerpoint/2010/main" r:embed="rId35"/>
              </p:ext>
            </p:extLst>
          </p:nvPr>
        </p:nvPicPr>
        <p:blipFill>
          <a:blip r:embed="rId36" cstate="print"/>
          <a:stretch>
            <a:fillRect/>
          </a:stretch>
        </p:blipFill>
        <p:spPr>
          <a:xfrm>
            <a:off x="13056055" y="6067102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37462435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32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3" dur="3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4" dur="6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5" dur="6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6" dur="600" fill="hold">
                                          <p:stCondLst>
                                            <p:cond delay="180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7" dur="600" fill="hold">
                                          <p:stCondLst>
                                            <p:cond delay="240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8" presetID="32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9" dur="3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0" dur="6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1" dur="6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2" dur="600" fill="hold">
                                          <p:stCondLst>
                                            <p:cond delay="180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3" dur="600" fill="hold">
                                          <p:stCondLst>
                                            <p:cond delay="240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4" presetID="32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25" dur="3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6" dur="6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7" dur="6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8" dur="600" fill="hold">
                                          <p:stCondLst>
                                            <p:cond delay="180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9" dur="600" fill="hold">
                                          <p:stCondLst>
                                            <p:cond delay="240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0" presetID="32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31" dur="3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2" dur="6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33" dur="6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4" dur="600" fill="hold">
                                          <p:stCondLst>
                                            <p:cond delay="180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35" dur="600" fill="hold">
                                          <p:stCondLst>
                                            <p:cond delay="240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6" presetID="32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37" dur="3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8" dur="6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39" dur="6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40" dur="600" fill="hold">
                                          <p:stCondLst>
                                            <p:cond delay="180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41" dur="600" fill="hold">
                                          <p:stCondLst>
                                            <p:cond delay="240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2" presetID="32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43" dur="3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44" dur="6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45" dur="6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46" dur="600" fill="hold">
                                          <p:stCondLst>
                                            <p:cond delay="180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47" dur="600" fill="hold">
                                          <p:stCondLst>
                                            <p:cond delay="240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8" presetID="32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49" dur="3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50" dur="6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51" dur="6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52" dur="600" fill="hold">
                                          <p:stCondLst>
                                            <p:cond delay="180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53" dur="600" fill="hold">
                                          <p:stCondLst>
                                            <p:cond delay="240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54" presetID="32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55" dur="3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56" dur="6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57" dur="6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58" dur="600" fill="hold">
                                          <p:stCondLst>
                                            <p:cond delay="180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59" dur="600" fill="hold">
                                          <p:stCondLst>
                                            <p:cond delay="240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60" presetID="32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1" dur="3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62" dur="6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63" dur="6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64" dur="600" fill="hold">
                                          <p:stCondLst>
                                            <p:cond delay="180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65" dur="600" fill="hold">
                                          <p:stCondLst>
                                            <p:cond delay="240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66" presetID="32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7" dur="3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68" dur="6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69" dur="6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0" dur="600" fill="hold">
                                          <p:stCondLst>
                                            <p:cond delay="180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71" dur="600" fill="hold">
                                          <p:stCondLst>
                                            <p:cond delay="240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2" presetID="32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73" dur="9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4" dur="1800" fill="hold">
                                          <p:stCondLst>
                                            <p:cond delay="18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75" dur="1800" fill="hold">
                                          <p:stCondLst>
                                            <p:cond delay="36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6" dur="1800" fill="hold">
                                          <p:stCondLst>
                                            <p:cond delay="54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77" dur="1800" fill="hold">
                                          <p:stCondLst>
                                            <p:cond delay="72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83" restart="whenNotActive" fill="hold" evtFilter="cancelBubble" nodeType="interactiveSeq">
                <p:stCondLst>
                  <p:cond evt="onClick" delay="0">
                    <p:tgtEl>
                      <p:spTgt spid="3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4" fill="hold">
                      <p:stCondLst>
                        <p:cond delay="0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37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7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10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100" decel="1000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900" accel="100000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4"/>
                  </p:tgtEl>
                </p:cond>
              </p:nextCondLst>
            </p:seq>
            <p:seq concurrent="1" nextAc="seek">
              <p:cTn id="92" restart="whenNotActive" fill="hold" evtFilter="cancelBubble" nodeType="interactiveSeq">
                <p:stCondLst>
                  <p:cond evt="onClick" delay="0">
                    <p:tgtEl>
                      <p:spTgt spid="2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3" fill="hold">
                      <p:stCondLst>
                        <p:cond delay="0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37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6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7" dur="10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100" decel="1000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900" accel="100000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9"/>
                  </p:tgtEl>
                </p:cond>
              </p:nextCondLst>
            </p:seq>
            <p:seq concurrent="1" nextAc="seek">
              <p:cTn id="101" restart="whenNotActive" fill="hold" evtFilter="cancelBubble" nodeType="interactiveSeq">
                <p:stCondLst>
                  <p:cond evt="onClick" delay="0">
                    <p:tgtEl>
                      <p:spTgt spid="3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2" fill="hold">
                      <p:stCondLst>
                        <p:cond delay="0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37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5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6" dur="10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100" decel="1000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900" accel="100000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3"/>
                  </p:tgtEl>
                </p:cond>
              </p:nextCondLst>
            </p:seq>
            <p:seq concurrent="1" nextAc="seek">
              <p:cTn id="110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1" fill="hold">
                      <p:stCondLst>
                        <p:cond delay="0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37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4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5" dur="10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100" decel="1000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900" accel="100000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119" restart="whenNotActive" fill="hold" evtFilter="cancelBubble" nodeType="interactiveSeq">
                <p:stCondLst>
                  <p:cond evt="onClick" delay="0">
                    <p:tgtEl>
                      <p:spTgt spid="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0" fill="hold">
                      <p:stCondLst>
                        <p:cond delay="0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37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3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4" dur="10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5" dur="100" decel="1000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6" dur="900" accel="100000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"/>
                  </p:tgtEl>
                </p:cond>
              </p:nextCondLst>
            </p:seq>
            <p:seq concurrent="1" nextAc="seek">
              <p:cTn id="128" restart="whenNotActive" fill="hold" evtFilter="cancelBubble" nodeType="interactiveSeq">
                <p:stCondLst>
                  <p:cond evt="onClick" delay="0">
                    <p:tgtEl>
                      <p:spTgt spid="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9" fill="hold">
                      <p:stCondLst>
                        <p:cond delay="0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37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2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3" dur="10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100" decel="1000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5" dur="900" accel="100000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"/>
                  </p:tgtEl>
                </p:cond>
              </p:nextCondLst>
            </p:seq>
            <p:seq concurrent="1" nextAc="seek">
              <p:cTn id="137" restart="whenNotActive" fill="hold" evtFilter="cancelBubble" nodeType="interactiveSeq">
                <p:stCondLst>
                  <p:cond evt="onClick" delay="0">
                    <p:tgtEl>
                      <p:spTgt spid="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8" fill="hold">
                      <p:stCondLst>
                        <p:cond delay="0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37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1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2" dur="10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3" dur="100" decel="1000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4" dur="900" accel="100000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"/>
                  </p:tgtEl>
                </p:cond>
              </p:nextCondLst>
            </p:seq>
            <p:seq concurrent="1" nextAc="seek">
              <p:cTn id="146" restart="whenNotActive" fill="hold" evtFilter="cancelBubble" nodeType="interactiveSeq">
                <p:stCondLst>
                  <p:cond evt="onClick" delay="0">
                    <p:tgtEl>
                      <p:spTgt spid="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7" fill="hold">
                      <p:stCondLst>
                        <p:cond delay="0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37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0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1" dur="10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2" dur="100" decel="1000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3" dur="900" accel="100000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"/>
                  </p:tgtEl>
                </p:cond>
              </p:nextCondLst>
            </p:seq>
            <p:seq concurrent="1" nextAc="seek">
              <p:cTn id="155" restart="whenNotActive" fill="hold" evtFilter="cancelBubble" nodeType="interactiveSeq">
                <p:stCondLst>
                  <p:cond evt="onClick" delay="0">
                    <p:tgtEl>
                      <p:spTgt spid="4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6" fill="hold">
                      <p:stCondLst>
                        <p:cond delay="0"/>
                      </p:stCondLst>
                      <p:childTnLst>
                        <p:par>
                          <p:cTn id="157" fill="hold">
                            <p:stCondLst>
                              <p:cond delay="0"/>
                            </p:stCondLst>
                            <p:childTnLst>
                              <p:par>
                                <p:cTn id="158" presetID="37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9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0" dur="1000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1" dur="100" decel="100000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2" dur="900" accel="100000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2"/>
                  </p:tgtEl>
                </p:cond>
              </p:nextCondLst>
            </p:seq>
            <p:seq concurrent="1" nextAc="seek">
              <p:cTn id="164" restart="whenNotActive" fill="hold" evtFilter="cancelBubble" nodeType="interactiveSeq">
                <p:stCondLst>
                  <p:cond evt="onClick" delay="0">
                    <p:tgtEl>
                      <p:spTgt spid="3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5" fill="hold">
                      <p:stCondLst>
                        <p:cond delay="0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37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8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9" dur="10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0" dur="100" decel="1000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1" dur="900" accel="100000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8"/>
                  </p:tgtEl>
                </p:cond>
              </p:nextCondLst>
            </p:seq>
            <p:video>
              <p:cMediaNode vol="80000" numSld="13">
                <p:cTn id="17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video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="" xmlns:a14="http://schemas.microsoft.com/office/drawing/2010/main">
                  <a14:imgLayer r:embed="rId4">
                    <a14:imgEffect>
                      <a14:backgroundRemoval t="0" b="100000" l="0" r="100000">
                        <a14:foregroundMark x1="79691" y1="88450" x2="80271" y2="94225"/>
                        <a14:foregroundMark x1="80271" y1="89362" x2="56673" y2="89058"/>
                        <a14:foregroundMark x1="89168" y1="90274" x2="64023" y2="94529"/>
                        <a14:foregroundMark x1="95551" y1="78116" x2="52805" y2="87234"/>
                        <a14:foregroundMark x1="50870" y1="73860" x2="11992" y2="85714"/>
                        <a14:foregroundMark x1="10251" y1="68997" x2="38104" y2="88754"/>
                        <a14:foregroundMark x1="9671" y1="10942" x2="51451" y2="17021"/>
                        <a14:foregroundMark x1="39458" y1="8207" x2="2128" y2="24012"/>
                        <a14:foregroundMark x1="12186" y1="14286" x2="31721" y2="10638"/>
                        <a14:foregroundMark x1="19149" y1="9726" x2="16441" y2="17933"/>
                        <a14:foregroundMark x1="41973" y1="10334" x2="46422" y2="17021"/>
                        <a14:foregroundMark x1="56673" y1="6079" x2="90716" y2="2736"/>
                        <a14:foregroundMark x1="93424" y1="5471" x2="88781" y2="13982"/>
                        <a14:foregroundMark x1="98066" y1="32523" x2="97292" y2="61398"/>
                        <a14:foregroundMark x1="75242" y1="89970" x2="66538" y2="94529"/>
                        <a14:foregroundMark x1="8897" y1="45593" x2="0" y2="66869"/>
                        <a14:foregroundMark x1="1547" y1="41945" x2="1354" y2="68085"/>
                        <a14:foregroundMark x1="60542" y1="2736" x2="86847" y2="1824"/>
                        <a14:foregroundMark x1="93424" y1="1520" x2="70019" y2="912"/>
                        <a14:foregroundMark x1="93424" y1="35562" x2="99807" y2="57447"/>
                        <a14:foregroundMark x1="59961" y1="75076" x2="10445" y2="82675"/>
                        <a14:foregroundMark x1="45648" y1="83587" x2="13540" y2="80851"/>
                        <a14:foregroundMark x1="16248" y1="64742" x2="10445" y2="78419"/>
                        <a14:foregroundMark x1="19729" y1="69605" x2="16634" y2="86018"/>
                        <a14:foregroundMark x1="11412" y1="65957" x2="9284" y2="7325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50789" y="3306302"/>
            <a:ext cx="1975757" cy="1257300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="" xmlns:a14="http://schemas.microsoft.com/office/drawing/2010/main">
                  <a14:imgLayer r:embed="rId4">
                    <a14:imgEffect>
                      <a14:backgroundRemoval t="0" b="100000" l="0" r="100000">
                        <a14:foregroundMark x1="79691" y1="88450" x2="80271" y2="94225"/>
                        <a14:foregroundMark x1="80271" y1="89362" x2="56673" y2="89058"/>
                        <a14:foregroundMark x1="89168" y1="90274" x2="64023" y2="94529"/>
                        <a14:foregroundMark x1="95551" y1="78116" x2="52805" y2="87234"/>
                        <a14:foregroundMark x1="50870" y1="73860" x2="11992" y2="85714"/>
                        <a14:foregroundMark x1="10251" y1="68997" x2="38104" y2="88754"/>
                        <a14:foregroundMark x1="9671" y1="10942" x2="51451" y2="17021"/>
                        <a14:foregroundMark x1="39458" y1="8207" x2="2128" y2="24012"/>
                        <a14:foregroundMark x1="12186" y1="14286" x2="31721" y2="10638"/>
                        <a14:foregroundMark x1="19149" y1="9726" x2="16441" y2="17933"/>
                        <a14:foregroundMark x1="41973" y1="10334" x2="46422" y2="17021"/>
                        <a14:foregroundMark x1="56673" y1="6079" x2="90716" y2="2736"/>
                        <a14:foregroundMark x1="93424" y1="5471" x2="88781" y2="13982"/>
                        <a14:foregroundMark x1="98066" y1="32523" x2="97292" y2="61398"/>
                        <a14:foregroundMark x1="75242" y1="89970" x2="66538" y2="94529"/>
                        <a14:foregroundMark x1="8897" y1="45593" x2="0" y2="66869"/>
                        <a14:foregroundMark x1="1547" y1="41945" x2="1354" y2="68085"/>
                        <a14:foregroundMark x1="60542" y1="2736" x2="86847" y2="1824"/>
                        <a14:foregroundMark x1="93424" y1="1520" x2="70019" y2="912"/>
                        <a14:foregroundMark x1="93424" y1="35562" x2="99807" y2="57447"/>
                        <a14:foregroundMark x1="59961" y1="75076" x2="10445" y2="82675"/>
                        <a14:foregroundMark x1="45648" y1="83587" x2="13540" y2="80851"/>
                        <a14:foregroundMark x1="16248" y1="64742" x2="10445" y2="78419"/>
                        <a14:foregroundMark x1="19729" y1="69605" x2="16634" y2="86018"/>
                        <a14:foregroundMark x1="11412" y1="65957" x2="9284" y2="7325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33100" y="4533841"/>
            <a:ext cx="1975757" cy="1257300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>
          <a:blip r:embed="rId5" cstate="print">
            <a:extLst>
              <a:ext uri="{BEBA8EAE-BF5A-486C-A8C5-ECC9F3942E4B}">
                <a14:imgProps xmlns="" xmlns:a14="http://schemas.microsoft.com/office/drawing/2010/main">
                  <a14:imgLayer r:embed="rId6">
                    <a14:imgEffect>
                      <a14:backgroundRemoval t="0" b="100000" l="0" r="100000"/>
                    </a14:imgEffect>
                  </a14:imgLayer>
                </a14:imgProps>
              </a:ex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11971" y="5636666"/>
            <a:ext cx="2337448" cy="786431"/>
          </a:xfrm>
          <a:prstGeom prst="rect">
            <a:avLst/>
          </a:prstGeom>
        </p:spPr>
      </p:pic>
      <p:pic>
        <p:nvPicPr>
          <p:cNvPr id="27" name="Picture 26"/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="" xmlns:a14="http://schemas.microsoft.com/office/drawing/2010/main">
                  <a14:imgLayer r:embed="rId4">
                    <a14:imgEffect>
                      <a14:backgroundRemoval t="0" b="100000" l="0" r="100000">
                        <a14:foregroundMark x1="79691" y1="88450" x2="80271" y2="94225"/>
                        <a14:foregroundMark x1="80271" y1="89362" x2="56673" y2="89058"/>
                        <a14:foregroundMark x1="89168" y1="90274" x2="64023" y2="94529"/>
                        <a14:foregroundMark x1="95551" y1="78116" x2="52805" y2="87234"/>
                        <a14:foregroundMark x1="50870" y1="73860" x2="11992" y2="85714"/>
                        <a14:foregroundMark x1="10251" y1="68997" x2="38104" y2="88754"/>
                        <a14:foregroundMark x1="9671" y1="10942" x2="51451" y2="17021"/>
                        <a14:foregroundMark x1="39458" y1="8207" x2="2128" y2="24012"/>
                        <a14:foregroundMark x1="12186" y1="14286" x2="31721" y2="10638"/>
                        <a14:foregroundMark x1="19149" y1="9726" x2="16441" y2="17933"/>
                        <a14:foregroundMark x1="41973" y1="10334" x2="46422" y2="17021"/>
                        <a14:foregroundMark x1="56673" y1="6079" x2="90716" y2="2736"/>
                        <a14:foregroundMark x1="93424" y1="5471" x2="88781" y2="13982"/>
                        <a14:foregroundMark x1="98066" y1="32523" x2="97292" y2="61398"/>
                        <a14:foregroundMark x1="75242" y1="89970" x2="66538" y2="94529"/>
                        <a14:foregroundMark x1="8897" y1="45593" x2="0" y2="66869"/>
                        <a14:foregroundMark x1="1547" y1="41945" x2="1354" y2="68085"/>
                        <a14:foregroundMark x1="60542" y1="2736" x2="86847" y2="1824"/>
                        <a14:foregroundMark x1="93424" y1="1520" x2="70019" y2="912"/>
                        <a14:foregroundMark x1="93424" y1="35562" x2="99807" y2="57447"/>
                        <a14:foregroundMark x1="59961" y1="75076" x2="10445" y2="82675"/>
                        <a14:foregroundMark x1="45648" y1="83587" x2="13540" y2="80851"/>
                        <a14:foregroundMark x1="16248" y1="64742" x2="10445" y2="78419"/>
                        <a14:foregroundMark x1="19729" y1="69605" x2="16634" y2="86018"/>
                        <a14:foregroundMark x1="11412" y1="65957" x2="9284" y2="7325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0688" y="3384672"/>
            <a:ext cx="1975757" cy="1257300"/>
          </a:xfrm>
          <a:prstGeom prst="rect">
            <a:avLst/>
          </a:prstGeom>
        </p:spPr>
      </p:pic>
      <p:pic>
        <p:nvPicPr>
          <p:cNvPr id="28" name="Picture 27"/>
          <p:cNvPicPr>
            <a:picLocks noChangeAspect="1"/>
          </p:cNvPicPr>
          <p:nvPr/>
        </p:nvPicPr>
        <p:blipFill>
          <a:blip r:embed="rId5" cstate="print">
            <a:extLst>
              <a:ext uri="{BEBA8EAE-BF5A-486C-A8C5-ECC9F3942E4B}">
                <a14:imgProps xmlns="" xmlns:a14="http://schemas.microsoft.com/office/drawing/2010/main">
                  <a14:imgLayer r:embed="rId6">
                    <a14:imgEffect>
                      <a14:backgroundRemoval t="0" b="100000" l="0" r="100000"/>
                    </a14:imgEffect>
                  </a14:imgLayer>
                </a14:imgProps>
              </a:ex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9299" y="3636645"/>
            <a:ext cx="1893401" cy="637032"/>
          </a:xfrm>
          <a:prstGeom prst="rect">
            <a:avLst/>
          </a:prstGeom>
        </p:spPr>
      </p:pic>
      <p:pic>
        <p:nvPicPr>
          <p:cNvPr id="30" name="Picture 29"/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="" xmlns:a14="http://schemas.microsoft.com/office/drawing/2010/main">
                  <a14:imgLayer r:embed="rId4">
                    <a14:imgEffect>
                      <a14:backgroundRemoval t="0" b="100000" l="0" r="100000">
                        <a14:foregroundMark x1="79691" y1="88450" x2="80271" y2="94225"/>
                        <a14:foregroundMark x1="80271" y1="89362" x2="56673" y2="89058"/>
                        <a14:foregroundMark x1="89168" y1="90274" x2="64023" y2="94529"/>
                        <a14:foregroundMark x1="95551" y1="78116" x2="52805" y2="87234"/>
                        <a14:foregroundMark x1="50870" y1="73860" x2="11992" y2="85714"/>
                        <a14:foregroundMark x1="10251" y1="68997" x2="38104" y2="88754"/>
                        <a14:foregroundMark x1="9671" y1="10942" x2="51451" y2="17021"/>
                        <a14:foregroundMark x1="39458" y1="8207" x2="2128" y2="24012"/>
                        <a14:foregroundMark x1="12186" y1="14286" x2="31721" y2="10638"/>
                        <a14:foregroundMark x1="19149" y1="9726" x2="16441" y2="17933"/>
                        <a14:foregroundMark x1="41973" y1="10334" x2="46422" y2="17021"/>
                        <a14:foregroundMark x1="56673" y1="6079" x2="90716" y2="2736"/>
                        <a14:foregroundMark x1="93424" y1="5471" x2="88781" y2="13982"/>
                        <a14:foregroundMark x1="98066" y1="32523" x2="97292" y2="61398"/>
                        <a14:foregroundMark x1="75242" y1="89970" x2="66538" y2="94529"/>
                        <a14:foregroundMark x1="8897" y1="45593" x2="0" y2="66869"/>
                        <a14:foregroundMark x1="1547" y1="41945" x2="1354" y2="68085"/>
                        <a14:foregroundMark x1="60542" y1="2736" x2="86847" y2="1824"/>
                        <a14:foregroundMark x1="93424" y1="1520" x2="70019" y2="912"/>
                        <a14:foregroundMark x1="93424" y1="35562" x2="99807" y2="57447"/>
                        <a14:foregroundMark x1="59961" y1="75076" x2="10445" y2="82675"/>
                        <a14:foregroundMark x1="45648" y1="83587" x2="13540" y2="80851"/>
                        <a14:foregroundMark x1="16248" y1="64742" x2="10445" y2="78419"/>
                        <a14:foregroundMark x1="19729" y1="69605" x2="16634" y2="86018"/>
                        <a14:foregroundMark x1="11412" y1="65957" x2="9284" y2="7325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6392" y="4810365"/>
            <a:ext cx="1975757" cy="1257300"/>
          </a:xfrm>
          <a:prstGeom prst="rect">
            <a:avLst/>
          </a:prstGeom>
        </p:spPr>
      </p:pic>
      <p:pic>
        <p:nvPicPr>
          <p:cNvPr id="31" name="Picture 30"/>
          <p:cNvPicPr>
            <a:picLocks noChangeAspect="1"/>
          </p:cNvPicPr>
          <p:nvPr/>
        </p:nvPicPr>
        <p:blipFill>
          <a:blip r:embed="rId5" cstate="print">
            <a:extLst>
              <a:ext uri="{BEBA8EAE-BF5A-486C-A8C5-ECC9F3942E4B}">
                <a14:imgProps xmlns="" xmlns:a14="http://schemas.microsoft.com/office/drawing/2010/main">
                  <a14:imgLayer r:embed="rId6">
                    <a14:imgEffect>
                      <a14:backgroundRemoval t="0" b="100000" l="0" r="100000"/>
                    </a14:imgEffect>
                  </a14:imgLayer>
                </a14:imgProps>
              </a:ex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2306" y="5732837"/>
            <a:ext cx="1893401" cy="637032"/>
          </a:xfrm>
          <a:prstGeom prst="rect">
            <a:avLst/>
          </a:prstGeom>
        </p:spPr>
      </p:pic>
      <p:pic>
        <p:nvPicPr>
          <p:cNvPr id="32" name="Picture 31"/>
          <p:cNvPicPr>
            <a:picLocks noChangeAspect="1"/>
          </p:cNvPicPr>
          <p:nvPr/>
        </p:nvPicPr>
        <p:blipFill>
          <a:blip r:embed="rId5" cstate="print">
            <a:extLst>
              <a:ext uri="{BEBA8EAE-BF5A-486C-A8C5-ECC9F3942E4B}">
                <a14:imgProps xmlns="" xmlns:a14="http://schemas.microsoft.com/office/drawing/2010/main">
                  <a14:imgLayer r:embed="rId6">
                    <a14:imgEffect>
                      <a14:backgroundRemoval t="0" b="100000" l="0" r="100000"/>
                    </a14:imgEffect>
                  </a14:imgLayer>
                </a14:imgProps>
              </a:ex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48" y="5590195"/>
            <a:ext cx="1893401" cy="637032"/>
          </a:xfrm>
          <a:prstGeom prst="rect">
            <a:avLst/>
          </a:prstGeom>
        </p:spPr>
      </p:pic>
      <p:pic>
        <p:nvPicPr>
          <p:cNvPr id="38" name="Picture 37"/>
          <p:cNvPicPr>
            <a:picLocks noChangeAspect="1"/>
          </p:cNvPicPr>
          <p:nvPr/>
        </p:nvPicPr>
        <p:blipFill>
          <a:blip r:embed="rId7" cstate="print">
            <a:extLst>
              <a:ext uri="{BEBA8EAE-BF5A-486C-A8C5-ECC9F3942E4B}">
                <a14:imgProps xmlns="" xmlns:a14="http://schemas.microsoft.com/office/drawing/2010/main">
                  <a14:imgLayer r:embed="rId8">
                    <a14:imgEffect>
                      <a14:backgroundRemoval t="0" b="100000" l="0" r="100000">
                        <a14:foregroundMark x1="30802" y1="75714" x2="69628" y2="76286"/>
                        <a14:foregroundMark x1="39685" y1="80286" x2="60458" y2="79286"/>
                        <a14:foregroundMark x1="39398" y1="7143" x2="45129" y2="17571"/>
                        <a14:foregroundMark x1="59456" y1="5714" x2="58596" y2="1728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08326" y="1857720"/>
            <a:ext cx="1414645" cy="1418698"/>
          </a:xfrm>
          <a:prstGeom prst="rect">
            <a:avLst/>
          </a:prstGeom>
        </p:spPr>
      </p:pic>
      <p:pic>
        <p:nvPicPr>
          <p:cNvPr id="42" name="Picture 41"/>
          <p:cNvPicPr>
            <a:picLocks noChangeAspect="1"/>
          </p:cNvPicPr>
          <p:nvPr/>
        </p:nvPicPr>
        <p:blipFill>
          <a:blip r:embed="rId9" cstate="print">
            <a:extLst>
              <a:ext uri="{BEBA8EAE-BF5A-486C-A8C5-ECC9F3942E4B}">
                <a14:imgProps xmlns="" xmlns:a14="http://schemas.microsoft.com/office/drawing/2010/main">
                  <a14:imgLayer r:embed="rId10">
                    <a14:imgEffect>
                      <a14:backgroundRemoval t="0" b="100000" l="0" r="100000">
                        <a14:foregroundMark x1="61558" y1="7051" x2="64935" y2="23397"/>
                        <a14:foregroundMark x1="89610" y1="9615" x2="91948" y2="28205"/>
                        <a14:foregroundMark x1="59740" y1="9615" x2="55584" y2="2403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5241" y="1857720"/>
            <a:ext cx="1543813" cy="1251090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/>
        </p:nvPicPr>
        <p:blipFill>
          <a:blip r:embed="rId11" cstate="print">
            <a:extLst>
              <a:ext uri="{BEBA8EAE-BF5A-486C-A8C5-ECC9F3942E4B}">
                <a14:imgProps xmlns="" xmlns:a14="http://schemas.microsoft.com/office/drawing/2010/main">
                  <a14:imgLayer r:embed="rId12">
                    <a14:imgEffect>
                      <a14:backgroundRemoval t="0" b="100000" l="0" r="100000"/>
                    </a14:imgEffect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6387" y="2987803"/>
            <a:ext cx="1753487" cy="1274238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13" cstate="print">
            <a:extLst>
              <a:ext uri="{BEBA8EAE-BF5A-486C-A8C5-ECC9F3942E4B}">
                <a14:imgProps xmlns="" xmlns:a14="http://schemas.microsoft.com/office/drawing/2010/main">
                  <a14:imgLayer r:embed="rId14">
                    <a14:imgEffect>
                      <a14:backgroundRemoval t="0" b="100000" l="0" r="100000">
                        <a14:foregroundMark x1="35568" y1="6319" x2="45622" y2="26179"/>
                        <a14:foregroundMark x1="63351" y1="5918" x2="52432" y2="2999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20107" y="2925976"/>
            <a:ext cx="1209293" cy="1303422"/>
          </a:xfrm>
          <a:prstGeom prst="rect">
            <a:avLst/>
          </a:prstGeom>
        </p:spPr>
      </p:pic>
      <p:pic>
        <p:nvPicPr>
          <p:cNvPr id="24" name="Picture 23"/>
          <p:cNvPicPr>
            <a:picLocks noChangeAspect="1"/>
          </p:cNvPicPr>
          <p:nvPr/>
        </p:nvPicPr>
        <p:blipFill>
          <a:blip r:embed="rId15" cstate="print">
            <a:extLst>
              <a:ext uri="{BEBA8EAE-BF5A-486C-A8C5-ECC9F3942E4B}">
                <a14:imgProps xmlns="" xmlns:a14="http://schemas.microsoft.com/office/drawing/2010/main">
                  <a14:imgLayer r:embed="rId16">
                    <a14:imgEffect>
                      <a14:backgroundRemoval t="0" b="99201" l="0" r="100000"/>
                    </a14:imgEffect>
                  </a14:imgLayer>
                </a14:imgProps>
              </a:ex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97479" y="2629525"/>
            <a:ext cx="1480128" cy="1510294"/>
          </a:xfrm>
          <a:prstGeom prst="rect">
            <a:avLst/>
          </a:prstGeom>
        </p:spPr>
      </p:pic>
      <p:pic>
        <p:nvPicPr>
          <p:cNvPr id="25" name="Picture 24"/>
          <p:cNvPicPr>
            <a:picLocks noChangeAspect="1"/>
          </p:cNvPicPr>
          <p:nvPr/>
        </p:nvPicPr>
        <p:blipFill>
          <a:blip r:embed="rId17" cstate="print">
            <a:extLst>
              <a:ext uri="{BEBA8EAE-BF5A-486C-A8C5-ECC9F3942E4B}">
                <a14:imgProps xmlns="" xmlns:a14="http://schemas.microsoft.com/office/drawing/2010/main">
                  <a14:imgLayer r:embed="rId18">
                    <a14:imgEffect>
                      <a14:backgroundRemoval t="0" b="100000" l="0" r="100000">
                        <a14:foregroundMark x1="12154" y1="10441" x2="23692" y2="11137"/>
                        <a14:foregroundMark x1="47692" y1="6961" x2="36000" y2="997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1845" y="4549316"/>
            <a:ext cx="1621003" cy="1074850"/>
          </a:xfrm>
          <a:prstGeom prst="rect">
            <a:avLst/>
          </a:prstGeom>
        </p:spPr>
      </p:pic>
      <p:pic>
        <p:nvPicPr>
          <p:cNvPr id="26" name="Picture 25"/>
          <p:cNvPicPr>
            <a:picLocks noChangeAspect="1"/>
          </p:cNvPicPr>
          <p:nvPr/>
        </p:nvPicPr>
        <p:blipFill>
          <a:blip r:embed="rId19">
            <a:extLst>
              <a:ext uri="{BEBA8EAE-BF5A-486C-A8C5-ECC9F3942E4B}">
                <a14:imgProps xmlns="" xmlns:a14="http://schemas.microsoft.com/office/drawing/2010/main">
                  <a14:imgLayer r:embed="rId20">
                    <a14:imgEffect>
                      <a14:backgroundRemoval t="0" b="100000" l="0" r="100000">
                        <a14:foregroundMark x1="31065" y1="7619" x2="49704" y2="36508"/>
                        <a14:foregroundMark x1="65976" y1="6032" x2="51775" y2="26349"/>
                        <a14:foregroundMark x1="35503" y1="7302" x2="65976" y2="6984"/>
                        <a14:foregroundMark x1="38166" y1="31111" x2="69822" y2="3301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74718" y="3934952"/>
            <a:ext cx="1638443" cy="1526952"/>
          </a:xfrm>
          <a:prstGeom prst="rect">
            <a:avLst/>
          </a:prstGeom>
        </p:spPr>
      </p:pic>
      <p:pic>
        <p:nvPicPr>
          <p:cNvPr id="29" name="Picture 28"/>
          <p:cNvPicPr>
            <a:picLocks noChangeAspect="1"/>
          </p:cNvPicPr>
          <p:nvPr/>
        </p:nvPicPr>
        <p:blipFill>
          <a:blip r:embed="rId21" cstate="print">
            <a:extLst>
              <a:ext uri="{BEBA8EAE-BF5A-486C-A8C5-ECC9F3942E4B}">
                <a14:imgProps xmlns="" xmlns:a14="http://schemas.microsoft.com/office/drawing/2010/main">
                  <a14:imgLayer r:embed="rId22">
                    <a14:imgEffect>
                      <a14:backgroundRemoval t="0" b="100000" l="0" r="100000">
                        <a14:backgroundMark x1="37937" y1="83556" x2="40559" y2="85277"/>
                        <a14:backgroundMark x1="62937" y1="82792" x2="60490" y2="8489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47706" y="4915295"/>
            <a:ext cx="1384988" cy="1266731"/>
          </a:xfrm>
          <a:prstGeom prst="rect">
            <a:avLst/>
          </a:prstGeom>
        </p:spPr>
      </p:pic>
      <p:pic>
        <p:nvPicPr>
          <p:cNvPr id="33" name="Picture 32"/>
          <p:cNvPicPr>
            <a:picLocks noChangeAspect="1"/>
          </p:cNvPicPr>
          <p:nvPr/>
        </p:nvPicPr>
        <p:blipFill>
          <a:blip r:embed="rId23" cstate="print">
            <a:extLst>
              <a:ext uri="{BEBA8EAE-BF5A-486C-A8C5-ECC9F3942E4B}">
                <a14:imgProps xmlns="" xmlns:a14="http://schemas.microsoft.com/office/drawing/2010/main">
                  <a14:imgLayer r:embed="rId24">
                    <a14:imgEffect>
                      <a14:backgroundRemoval t="0" b="100000" l="0" r="100000">
                        <a14:foregroundMark x1="21649" y1="16824" x2="16348" y2="29206"/>
                        <a14:foregroundMark x1="43594" y1="6326" x2="53314" y2="1776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44355" y="4766441"/>
            <a:ext cx="1267074" cy="1386504"/>
          </a:xfrm>
          <a:prstGeom prst="rect">
            <a:avLst/>
          </a:prstGeom>
        </p:spPr>
      </p:pic>
      <p:pic>
        <p:nvPicPr>
          <p:cNvPr id="34" name="Picture 33"/>
          <p:cNvPicPr>
            <a:picLocks noChangeAspect="1"/>
          </p:cNvPicPr>
          <p:nvPr/>
        </p:nvPicPr>
        <p:blipFill>
          <a:blip r:embed="rId25" cstate="print">
            <a:extLst>
              <a:ext uri="{BEBA8EAE-BF5A-486C-A8C5-ECC9F3942E4B}">
                <a14:imgProps xmlns="" xmlns:a14="http://schemas.microsoft.com/office/drawing/2010/main">
                  <a14:imgLayer r:embed="rId26">
                    <a14:imgEffect>
                      <a14:backgroundRemoval t="0" b="100000" l="0" r="100000">
                        <a14:foregroundMark x1="25111" y1="7817" x2="47333" y2="16173"/>
                        <a14:foregroundMark x1="42889" y1="7547" x2="30444" y2="7547"/>
                        <a14:foregroundMark x1="58000" y1="6739" x2="76000" y2="1266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571" y="4911087"/>
            <a:ext cx="1382534" cy="1139823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27">
            <a:extLst>
              <a:ext uri="{BEBA8EAE-BF5A-486C-A8C5-ECC9F3942E4B}">
                <a14:imgProps xmlns="" xmlns:a14="http://schemas.microsoft.com/office/drawing/2010/main">
                  <a14:imgLayer r:embed="rId28">
                    <a14:imgEffect>
                      <a14:backgroundRemoval t="0" b="100000" l="0" r="100000">
                        <a14:foregroundMark x1="83090" y1="62437" x2="90379" y2="69543"/>
                        <a14:foregroundMark x1="97085" y1="90355" x2="94752" y2="9441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81031" y="-554815"/>
            <a:ext cx="4476272" cy="2570919"/>
          </a:xfrm>
          <a:prstGeom prst="rect">
            <a:avLst/>
          </a:prstGeom>
        </p:spPr>
      </p:pic>
      <p:sp>
        <p:nvSpPr>
          <p:cNvPr id="2" name="Rounded Rectangle 1">
            <a:hlinkClick r:id="rId29" action="ppaction://hlinksldjump"/>
          </p:cNvPr>
          <p:cNvSpPr/>
          <p:nvPr/>
        </p:nvSpPr>
        <p:spPr>
          <a:xfrm>
            <a:off x="3559030" y="3306302"/>
            <a:ext cx="1176969" cy="427498"/>
          </a:xfrm>
          <a:prstGeom prst="roundRect">
            <a:avLst/>
          </a:prstGeom>
          <a:solidFill>
            <a:srgbClr val="66FFFF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>
                <a:solidFill>
                  <a:srgbClr val="0000FF"/>
                </a:solidFill>
              </a:rPr>
              <a:t>Chăm</a:t>
            </a:r>
            <a:r>
              <a:rPr lang="en-US" dirty="0" smtClean="0">
                <a:solidFill>
                  <a:srgbClr val="0000FF"/>
                </a:solidFill>
              </a:rPr>
              <a:t> </a:t>
            </a:r>
            <a:r>
              <a:rPr lang="en-US" dirty="0" err="1">
                <a:solidFill>
                  <a:srgbClr val="0000FF"/>
                </a:solidFill>
              </a:rPr>
              <a:t>C</a:t>
            </a:r>
            <a:r>
              <a:rPr lang="en-US" dirty="0" err="1" smtClean="0">
                <a:solidFill>
                  <a:srgbClr val="0000FF"/>
                </a:solidFill>
              </a:rPr>
              <a:t>hỉ</a:t>
            </a:r>
            <a:endParaRPr lang="en-US" dirty="0">
              <a:solidFill>
                <a:srgbClr val="0000FF"/>
              </a:solidFill>
            </a:endParaRPr>
          </a:p>
        </p:txBody>
      </p:sp>
      <p:sp>
        <p:nvSpPr>
          <p:cNvPr id="35" name="Rounded Rectangle 34">
            <a:hlinkClick r:id="rId30" action="ppaction://hlinksldjump"/>
          </p:cNvPr>
          <p:cNvSpPr/>
          <p:nvPr/>
        </p:nvSpPr>
        <p:spPr>
          <a:xfrm>
            <a:off x="1301795" y="4457019"/>
            <a:ext cx="1176969" cy="427498"/>
          </a:xfrm>
          <a:prstGeom prst="roundRect">
            <a:avLst/>
          </a:prstGeom>
          <a:solidFill>
            <a:srgbClr val="66FFFF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>
                <a:solidFill>
                  <a:srgbClr val="0000FF"/>
                </a:solidFill>
              </a:rPr>
              <a:t>Thật</a:t>
            </a:r>
            <a:r>
              <a:rPr lang="en-US" dirty="0" smtClean="0">
                <a:solidFill>
                  <a:srgbClr val="0000FF"/>
                </a:solidFill>
              </a:rPr>
              <a:t> </a:t>
            </a:r>
            <a:r>
              <a:rPr lang="en-US" dirty="0" err="1" smtClean="0">
                <a:solidFill>
                  <a:srgbClr val="0000FF"/>
                </a:solidFill>
              </a:rPr>
              <a:t>Thà</a:t>
            </a:r>
            <a:endParaRPr lang="en-US" dirty="0">
              <a:solidFill>
                <a:srgbClr val="0000FF"/>
              </a:solidFill>
            </a:endParaRPr>
          </a:p>
        </p:txBody>
      </p:sp>
      <p:sp>
        <p:nvSpPr>
          <p:cNvPr id="36" name="Rounded Rectangle 35">
            <a:hlinkClick r:id="rId31" action="ppaction://hlinksldjump"/>
          </p:cNvPr>
          <p:cNvSpPr/>
          <p:nvPr/>
        </p:nvSpPr>
        <p:spPr>
          <a:xfrm>
            <a:off x="5342809" y="4305578"/>
            <a:ext cx="1290216" cy="427498"/>
          </a:xfrm>
          <a:prstGeom prst="roundRect">
            <a:avLst/>
          </a:prstGeom>
          <a:solidFill>
            <a:srgbClr val="66FFFF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>
                <a:solidFill>
                  <a:srgbClr val="0000FF"/>
                </a:solidFill>
              </a:rPr>
              <a:t>Cẩn</a:t>
            </a:r>
            <a:r>
              <a:rPr lang="en-US" dirty="0" smtClean="0">
                <a:solidFill>
                  <a:srgbClr val="0000FF"/>
                </a:solidFill>
              </a:rPr>
              <a:t> </a:t>
            </a:r>
            <a:r>
              <a:rPr lang="en-US" dirty="0" err="1" smtClean="0">
                <a:solidFill>
                  <a:srgbClr val="0000FF"/>
                </a:solidFill>
              </a:rPr>
              <a:t>Thận</a:t>
            </a:r>
            <a:endParaRPr lang="en-US" dirty="0">
              <a:solidFill>
                <a:srgbClr val="0000FF"/>
              </a:solidFill>
            </a:endParaRPr>
          </a:p>
        </p:txBody>
      </p:sp>
      <p:sp>
        <p:nvSpPr>
          <p:cNvPr id="37" name="Rounded Rectangle 36">
            <a:hlinkClick r:id="rId32" action="ppaction://hlinksldjump"/>
          </p:cNvPr>
          <p:cNvSpPr/>
          <p:nvPr/>
        </p:nvSpPr>
        <p:spPr>
          <a:xfrm>
            <a:off x="8338255" y="3355807"/>
            <a:ext cx="1176969" cy="427498"/>
          </a:xfrm>
          <a:prstGeom prst="roundRect">
            <a:avLst/>
          </a:prstGeom>
          <a:solidFill>
            <a:srgbClr val="66FFFF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>
                <a:solidFill>
                  <a:srgbClr val="0000FF"/>
                </a:solidFill>
              </a:rPr>
              <a:t>Giản</a:t>
            </a:r>
            <a:r>
              <a:rPr lang="en-US" dirty="0" smtClean="0">
                <a:solidFill>
                  <a:srgbClr val="0000FF"/>
                </a:solidFill>
              </a:rPr>
              <a:t> </a:t>
            </a:r>
            <a:r>
              <a:rPr lang="en-US" dirty="0" err="1" smtClean="0">
                <a:solidFill>
                  <a:srgbClr val="0000FF"/>
                </a:solidFill>
              </a:rPr>
              <a:t>Dị</a:t>
            </a:r>
            <a:endParaRPr lang="en-US" dirty="0">
              <a:solidFill>
                <a:srgbClr val="0000FF"/>
              </a:solidFill>
            </a:endParaRPr>
          </a:p>
        </p:txBody>
      </p:sp>
      <p:sp>
        <p:nvSpPr>
          <p:cNvPr id="39" name="Rounded Rectangle 38">
            <a:hlinkClick r:id="rId33" action="ppaction://hlinksldjump"/>
          </p:cNvPr>
          <p:cNvSpPr/>
          <p:nvPr/>
        </p:nvSpPr>
        <p:spPr>
          <a:xfrm>
            <a:off x="10564089" y="4262041"/>
            <a:ext cx="1176969" cy="427498"/>
          </a:xfrm>
          <a:prstGeom prst="roundRect">
            <a:avLst/>
          </a:prstGeom>
          <a:solidFill>
            <a:srgbClr val="66FFFF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>
                <a:solidFill>
                  <a:srgbClr val="0000FF"/>
                </a:solidFill>
              </a:rPr>
              <a:t>Vui</a:t>
            </a:r>
            <a:r>
              <a:rPr lang="en-US" dirty="0" smtClean="0">
                <a:solidFill>
                  <a:srgbClr val="0000FF"/>
                </a:solidFill>
              </a:rPr>
              <a:t> </a:t>
            </a:r>
            <a:r>
              <a:rPr lang="en-US" dirty="0" err="1" smtClean="0">
                <a:solidFill>
                  <a:srgbClr val="0000FF"/>
                </a:solidFill>
              </a:rPr>
              <a:t>Vẻ</a:t>
            </a:r>
            <a:endParaRPr lang="en-US" dirty="0">
              <a:solidFill>
                <a:srgbClr val="0000FF"/>
              </a:solidFill>
            </a:endParaRPr>
          </a:p>
        </p:txBody>
      </p:sp>
      <p:sp>
        <p:nvSpPr>
          <p:cNvPr id="40" name="Rounded Rectangle 39">
            <a:hlinkClick r:id="rId34" action="ppaction://hlinksldjump"/>
          </p:cNvPr>
          <p:cNvSpPr/>
          <p:nvPr/>
        </p:nvSpPr>
        <p:spPr>
          <a:xfrm>
            <a:off x="8208326" y="5682486"/>
            <a:ext cx="1241329" cy="427498"/>
          </a:xfrm>
          <a:prstGeom prst="roundRect">
            <a:avLst/>
          </a:prstGeom>
          <a:solidFill>
            <a:srgbClr val="66FFFF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>
                <a:solidFill>
                  <a:srgbClr val="0000FF"/>
                </a:solidFill>
              </a:rPr>
              <a:t>Dũng</a:t>
            </a:r>
            <a:r>
              <a:rPr lang="en-US" dirty="0" smtClean="0">
                <a:solidFill>
                  <a:srgbClr val="0000FF"/>
                </a:solidFill>
              </a:rPr>
              <a:t> </a:t>
            </a:r>
            <a:r>
              <a:rPr lang="en-US" dirty="0" err="1" smtClean="0">
                <a:solidFill>
                  <a:srgbClr val="0000FF"/>
                </a:solidFill>
              </a:rPr>
              <a:t>Cảm</a:t>
            </a:r>
            <a:endParaRPr lang="en-US" dirty="0">
              <a:solidFill>
                <a:srgbClr val="0000FF"/>
              </a:solidFill>
            </a:endParaRPr>
          </a:p>
        </p:txBody>
      </p:sp>
      <p:sp>
        <p:nvSpPr>
          <p:cNvPr id="41" name="Rounded Rectangle 40">
            <a:hlinkClick r:id="rId35" action="ppaction://hlinksldjump"/>
          </p:cNvPr>
          <p:cNvSpPr/>
          <p:nvPr/>
        </p:nvSpPr>
        <p:spPr>
          <a:xfrm>
            <a:off x="5758515" y="6309001"/>
            <a:ext cx="1176969" cy="427498"/>
          </a:xfrm>
          <a:prstGeom prst="roundRect">
            <a:avLst/>
          </a:prstGeom>
          <a:solidFill>
            <a:srgbClr val="66FFFF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>
                <a:solidFill>
                  <a:srgbClr val="0000FF"/>
                </a:solidFill>
              </a:rPr>
              <a:t>Kiên</a:t>
            </a:r>
            <a:r>
              <a:rPr lang="en-US" dirty="0" smtClean="0">
                <a:solidFill>
                  <a:srgbClr val="0000FF"/>
                </a:solidFill>
              </a:rPr>
              <a:t> </a:t>
            </a:r>
            <a:r>
              <a:rPr lang="en-US" dirty="0" err="1" smtClean="0">
                <a:solidFill>
                  <a:srgbClr val="0000FF"/>
                </a:solidFill>
              </a:rPr>
              <a:t>Trì</a:t>
            </a:r>
            <a:endParaRPr lang="en-US" dirty="0">
              <a:solidFill>
                <a:srgbClr val="0000FF"/>
              </a:solidFill>
            </a:endParaRPr>
          </a:p>
        </p:txBody>
      </p:sp>
      <p:sp>
        <p:nvSpPr>
          <p:cNvPr id="43" name="Rounded Rectangle 42">
            <a:hlinkClick r:id="rId36" action="ppaction://hlinksldjump"/>
          </p:cNvPr>
          <p:cNvSpPr/>
          <p:nvPr/>
        </p:nvSpPr>
        <p:spPr>
          <a:xfrm>
            <a:off x="10520016" y="6340173"/>
            <a:ext cx="1176969" cy="427498"/>
          </a:xfrm>
          <a:prstGeom prst="roundRect">
            <a:avLst/>
          </a:prstGeom>
          <a:solidFill>
            <a:srgbClr val="66FFFF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>
                <a:solidFill>
                  <a:srgbClr val="0000FF"/>
                </a:solidFill>
              </a:rPr>
              <a:t>Ngăn</a:t>
            </a:r>
            <a:r>
              <a:rPr lang="en-US" dirty="0" smtClean="0">
                <a:solidFill>
                  <a:srgbClr val="0000FF"/>
                </a:solidFill>
              </a:rPr>
              <a:t> </a:t>
            </a:r>
            <a:r>
              <a:rPr lang="en-US" dirty="0" err="1" smtClean="0">
                <a:solidFill>
                  <a:srgbClr val="0000FF"/>
                </a:solidFill>
              </a:rPr>
              <a:t>Nắp</a:t>
            </a:r>
            <a:endParaRPr lang="en-US" dirty="0">
              <a:solidFill>
                <a:srgbClr val="0000FF"/>
              </a:solidFill>
            </a:endParaRPr>
          </a:p>
        </p:txBody>
      </p:sp>
      <p:sp>
        <p:nvSpPr>
          <p:cNvPr id="44" name="Rounded Rectangle 43">
            <a:hlinkClick r:id="rId37" action="ppaction://hlinksldjump"/>
          </p:cNvPr>
          <p:cNvSpPr/>
          <p:nvPr/>
        </p:nvSpPr>
        <p:spPr>
          <a:xfrm>
            <a:off x="437775" y="6107949"/>
            <a:ext cx="1176969" cy="427498"/>
          </a:xfrm>
          <a:prstGeom prst="roundRect">
            <a:avLst/>
          </a:prstGeom>
          <a:solidFill>
            <a:srgbClr val="66FFFF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>
                <a:solidFill>
                  <a:srgbClr val="0000FF"/>
                </a:solidFill>
              </a:rPr>
              <a:t>Tự</a:t>
            </a:r>
            <a:r>
              <a:rPr lang="en-US" dirty="0" smtClean="0">
                <a:solidFill>
                  <a:srgbClr val="0000FF"/>
                </a:solidFill>
              </a:rPr>
              <a:t> Tin</a:t>
            </a:r>
            <a:endParaRPr lang="en-US" dirty="0">
              <a:solidFill>
                <a:srgbClr val="0000FF"/>
              </a:solidFill>
            </a:endParaRPr>
          </a:p>
        </p:txBody>
      </p:sp>
      <p:sp>
        <p:nvSpPr>
          <p:cNvPr id="45" name="Rounded Rectangle 44">
            <a:hlinkClick r:id="rId38" action="ppaction://hlinksldjump"/>
          </p:cNvPr>
          <p:cNvSpPr/>
          <p:nvPr/>
        </p:nvSpPr>
        <p:spPr>
          <a:xfrm>
            <a:off x="3552913" y="5968277"/>
            <a:ext cx="1176969" cy="427498"/>
          </a:xfrm>
          <a:prstGeom prst="roundRect">
            <a:avLst/>
          </a:prstGeom>
          <a:solidFill>
            <a:srgbClr val="66FFFF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>
                <a:solidFill>
                  <a:srgbClr val="0000FF"/>
                </a:solidFill>
              </a:rPr>
              <a:t>Sạch</a:t>
            </a:r>
            <a:r>
              <a:rPr lang="en-US" dirty="0" smtClean="0">
                <a:solidFill>
                  <a:srgbClr val="0000FF"/>
                </a:solidFill>
              </a:rPr>
              <a:t> </a:t>
            </a:r>
            <a:r>
              <a:rPr lang="en-US" dirty="0" err="1" smtClean="0">
                <a:solidFill>
                  <a:srgbClr val="0000FF"/>
                </a:solidFill>
              </a:rPr>
              <a:t>Sẽ</a:t>
            </a:r>
            <a:endParaRPr lang="en-US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28530913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3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6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6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600" fill="hold">
                                          <p:stCondLst>
                                            <p:cond delay="180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600" fill="hold">
                                          <p:stCondLst>
                                            <p:cond delay="240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" presetID="32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2" dur="3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3" dur="6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4" dur="6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5" dur="600" fill="hold">
                                          <p:stCondLst>
                                            <p:cond delay="180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6" dur="600" fill="hold">
                                          <p:stCondLst>
                                            <p:cond delay="240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7" presetID="32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8" dur="3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9" dur="6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0" dur="6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1" dur="600" fill="hold">
                                          <p:stCondLst>
                                            <p:cond delay="180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2" dur="600" fill="hold">
                                          <p:stCondLst>
                                            <p:cond delay="240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3" presetID="32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24" dur="3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5" dur="6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6" dur="6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7" dur="600" fill="hold">
                                          <p:stCondLst>
                                            <p:cond delay="180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8" dur="600" fill="hold">
                                          <p:stCondLst>
                                            <p:cond delay="240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9" presetID="32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30" dur="3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1" dur="6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32" dur="6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3" dur="600" fill="hold">
                                          <p:stCondLst>
                                            <p:cond delay="180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34" dur="600" fill="hold">
                                          <p:stCondLst>
                                            <p:cond delay="240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" presetID="32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36" dur="3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7" dur="6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38" dur="6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9" dur="600" fill="hold">
                                          <p:stCondLst>
                                            <p:cond delay="180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40" dur="600" fill="hold">
                                          <p:stCondLst>
                                            <p:cond delay="240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1" presetID="32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42" dur="3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43" dur="6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44" dur="6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45" dur="600" fill="hold">
                                          <p:stCondLst>
                                            <p:cond delay="180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46" dur="600" fill="hold">
                                          <p:stCondLst>
                                            <p:cond delay="240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7" presetID="32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48" dur="3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49" dur="6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50" dur="6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51" dur="600" fill="hold">
                                          <p:stCondLst>
                                            <p:cond delay="180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52" dur="600" fill="hold">
                                          <p:stCondLst>
                                            <p:cond delay="240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53" presetID="32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54" dur="3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55" dur="6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56" dur="6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57" dur="600" fill="hold">
                                          <p:stCondLst>
                                            <p:cond delay="180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58" dur="600" fill="hold">
                                          <p:stCondLst>
                                            <p:cond delay="240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59" presetID="32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0" dur="3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61" dur="6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62" dur="6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63" dur="600" fill="hold">
                                          <p:stCondLst>
                                            <p:cond delay="180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64" dur="600" fill="hold">
                                          <p:stCondLst>
                                            <p:cond delay="240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65" presetID="32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6" dur="9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67" dur="1800" fill="hold">
                                          <p:stCondLst>
                                            <p:cond delay="18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68" dur="1800" fill="hold">
                                          <p:stCondLst>
                                            <p:cond delay="36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69" dur="1800" fill="hold">
                                          <p:stCondLst>
                                            <p:cond delay="54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70" dur="1800" fill="hold">
                                          <p:stCondLst>
                                            <p:cond delay="72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1" restart="whenNotActive" fill="hold" evtFilter="cancelBubble" nodeType="interactiveSeq">
                <p:stCondLst>
                  <p:cond evt="onClick" delay="0">
                    <p:tgtEl>
                      <p:spTgt spid="3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2" fill="hold">
                      <p:stCondLst>
                        <p:cond delay="0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37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5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10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00" decel="1000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900" accel="100000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4"/>
                  </p:tgtEl>
                </p:cond>
              </p:nextCondLst>
            </p:seq>
            <p:seq concurrent="1" nextAc="seek">
              <p:cTn id="80" restart="whenNotActive" fill="hold" evtFilter="cancelBubble" nodeType="interactiveSeq">
                <p:stCondLst>
                  <p:cond evt="onClick" delay="0">
                    <p:tgtEl>
                      <p:spTgt spid="2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1" fill="hold">
                      <p:stCondLst>
                        <p:cond delay="0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37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4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0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" decel="1000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900" accel="100000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9"/>
                  </p:tgtEl>
                </p:cond>
              </p:nextCondLst>
            </p:seq>
            <p:seq concurrent="1" nextAc="seek">
              <p:cTn id="89" restart="whenNotActive" fill="hold" evtFilter="cancelBubble" nodeType="interactiveSeq">
                <p:stCondLst>
                  <p:cond evt="onClick" delay="0">
                    <p:tgtEl>
                      <p:spTgt spid="3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0" fill="hold">
                      <p:stCondLst>
                        <p:cond delay="0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37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3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4" dur="10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100" decel="1000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900" accel="100000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3"/>
                  </p:tgtEl>
                </p:cond>
              </p:nextCondLst>
            </p:seq>
            <p:seq concurrent="1" nextAc="seek">
              <p:cTn id="98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9" fill="hold">
                      <p:stCondLst>
                        <p:cond delay="0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37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2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3" dur="10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100" decel="1000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900" accel="100000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107" restart="whenNotActive" fill="hold" evtFilter="cancelBubble" nodeType="interactiveSeq">
                <p:stCondLst>
                  <p:cond evt="onClick" delay="0">
                    <p:tgtEl>
                      <p:spTgt spid="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8" fill="hold">
                      <p:stCondLst>
                        <p:cond delay="0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37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1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2" dur="10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100" decel="1000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900" accel="100000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"/>
                  </p:tgtEl>
                </p:cond>
              </p:nextCondLst>
            </p:seq>
            <p:seq concurrent="1" nextAc="seek">
              <p:cTn id="116" restart="whenNotActive" fill="hold" evtFilter="cancelBubble" nodeType="interactiveSeq">
                <p:stCondLst>
                  <p:cond evt="onClick" delay="0">
                    <p:tgtEl>
                      <p:spTgt spid="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7" fill="hold">
                      <p:stCondLst>
                        <p:cond delay="0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37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0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1" dur="10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100" decel="1000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900" accel="100000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"/>
                  </p:tgtEl>
                </p:cond>
              </p:nextCondLst>
            </p:seq>
            <p:seq concurrent="1" nextAc="seek">
              <p:cTn id="125" restart="whenNotActive" fill="hold" evtFilter="cancelBubble" nodeType="interactiveSeq">
                <p:stCondLst>
                  <p:cond evt="onClick" delay="0">
                    <p:tgtEl>
                      <p:spTgt spid="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6" fill="hold">
                      <p:stCondLst>
                        <p:cond delay="0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37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9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0" dur="10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1" dur="100" decel="1000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2" dur="900" accel="100000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"/>
                  </p:tgtEl>
                </p:cond>
              </p:nextCondLst>
            </p:seq>
            <p:seq concurrent="1" nextAc="seek">
              <p:cTn id="134" restart="whenNotActive" fill="hold" evtFilter="cancelBubble" nodeType="interactiveSeq">
                <p:stCondLst>
                  <p:cond evt="onClick" delay="0">
                    <p:tgtEl>
                      <p:spTgt spid="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5" fill="hold">
                      <p:stCondLst>
                        <p:cond delay="0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37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8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9" dur="10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0" dur="100" decel="1000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1" dur="900" accel="100000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"/>
                  </p:tgtEl>
                </p:cond>
              </p:nextCondLst>
            </p:seq>
            <p:seq concurrent="1" nextAc="seek">
              <p:cTn id="143" restart="whenNotActive" fill="hold" evtFilter="cancelBubble" nodeType="interactiveSeq">
                <p:stCondLst>
                  <p:cond evt="onClick" delay="0">
                    <p:tgtEl>
                      <p:spTgt spid="4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4" fill="hold">
                      <p:stCondLst>
                        <p:cond delay="0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37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7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8" dur="1000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9" dur="100" decel="100000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0" dur="900" accel="100000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2"/>
                  </p:tgtEl>
                </p:cond>
              </p:nextCondLst>
            </p:seq>
            <p:seq concurrent="1" nextAc="seek">
              <p:cTn id="152" restart="whenNotActive" fill="hold" evtFilter="cancelBubble" nodeType="interactiveSeq">
                <p:stCondLst>
                  <p:cond evt="onClick" delay="0">
                    <p:tgtEl>
                      <p:spTgt spid="3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3" fill="hold">
                      <p:stCondLst>
                        <p:cond delay="0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37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6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7" dur="10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8" dur="100" decel="1000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9" dur="900" accel="100000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8"/>
                  </p:tgtEl>
                </p:cond>
              </p:nextCondLst>
            </p:seq>
            <p:seq concurrent="1" nextAc="seek">
              <p:cTn id="161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2" fill="hold">
                      <p:stCondLst>
                        <p:cond delay="0"/>
                      </p:stCondLst>
                      <p:childTnLst>
                        <p:par>
                          <p:cTn id="163" fill="hold">
                            <p:stCondLst>
                              <p:cond delay="0"/>
                            </p:stCondLst>
                            <p:childTnLst>
                              <p:par>
                                <p:cTn id="164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seq concurrent="1" nextAc="seek">
              <p:cTn id="166" restart="whenNotActive" fill="hold" evtFilter="cancelBubble" nodeType="interactiveSeq">
                <p:stCondLst>
                  <p:cond evt="onClick" delay="0">
                    <p:tgtEl>
                      <p:spTgt spid="3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7" fill="hold">
                      <p:stCondLst>
                        <p:cond delay="0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5"/>
                  </p:tgtEl>
                </p:cond>
              </p:nextCondLst>
            </p:seq>
            <p:seq concurrent="1" nextAc="seek">
              <p:cTn id="171" restart="whenNotActive" fill="hold" evtFilter="cancelBubble" nodeType="interactiveSeq">
                <p:stCondLst>
                  <p:cond evt="onClick" delay="0">
                    <p:tgtEl>
                      <p:spTgt spid="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2" fill="hold">
                      <p:stCondLst>
                        <p:cond delay="0"/>
                      </p:stCondLst>
                      <p:childTnLst>
                        <p:par>
                          <p:cTn id="173" fill="hold">
                            <p:stCondLst>
                              <p:cond delay="0"/>
                            </p:stCondLst>
                            <p:childTnLst>
                              <p:par>
                                <p:cTn id="174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6"/>
                  </p:tgtEl>
                </p:cond>
              </p:nextCondLst>
            </p:seq>
            <p:seq concurrent="1" nextAc="seek">
              <p:cTn id="176" restart="whenNotActive" fill="hold" evtFilter="cancelBubble" nodeType="interactiveSeq">
                <p:stCondLst>
                  <p:cond evt="onClick" delay="0">
                    <p:tgtEl>
                      <p:spTgt spid="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7" fill="hold">
                      <p:stCondLst>
                        <p:cond delay="0"/>
                      </p:stCondLst>
                      <p:childTnLst>
                        <p:par>
                          <p:cTn id="178" fill="hold">
                            <p:stCondLst>
                              <p:cond delay="0"/>
                            </p:stCondLst>
                            <p:childTnLst>
                              <p:par>
                                <p:cTn id="17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7"/>
                  </p:tgtEl>
                </p:cond>
              </p:nextCondLst>
            </p:seq>
            <p:seq concurrent="1" nextAc="seek">
              <p:cTn id="181" restart="whenNotActive" fill="hold" evtFilter="cancelBubble" nodeType="interactiveSeq">
                <p:stCondLst>
                  <p:cond evt="onClick" delay="0">
                    <p:tgtEl>
                      <p:spTgt spid="3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2" fill="hold">
                      <p:stCondLst>
                        <p:cond delay="0"/>
                      </p:stCondLst>
                      <p:childTnLst>
                        <p:par>
                          <p:cTn id="183" fill="hold">
                            <p:stCondLst>
                              <p:cond delay="0"/>
                            </p:stCondLst>
                            <p:childTnLst>
                              <p:par>
                                <p:cTn id="184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9"/>
                  </p:tgtEl>
                </p:cond>
              </p:nextCondLst>
            </p:seq>
            <p:seq concurrent="1" nextAc="seek">
              <p:cTn id="186" restart="whenNotActive" fill="hold" evtFilter="cancelBubble" nodeType="interactiveSeq">
                <p:stCondLst>
                  <p:cond evt="onClick" delay="0">
                    <p:tgtEl>
                      <p:spTgt spid="4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7" fill="hold">
                      <p:stCondLst>
                        <p:cond delay="0"/>
                      </p:stCondLst>
                      <p:childTnLst>
                        <p:par>
                          <p:cTn id="188" fill="hold">
                            <p:stCondLst>
                              <p:cond delay="0"/>
                            </p:stCondLst>
                            <p:childTnLst>
                              <p:par>
                                <p:cTn id="18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0"/>
                  </p:tgtEl>
                </p:cond>
              </p:nextCondLst>
            </p:seq>
            <p:seq concurrent="1" nextAc="seek">
              <p:cTn id="191" restart="whenNotActive" fill="hold" evtFilter="cancelBubble" nodeType="interactiveSeq">
                <p:stCondLst>
                  <p:cond evt="onClick" delay="0">
                    <p:tgtEl>
                      <p:spTgt spid="4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2" fill="hold">
                      <p:stCondLst>
                        <p:cond delay="0"/>
                      </p:stCondLst>
                      <p:childTnLst>
                        <p:par>
                          <p:cTn id="193" fill="hold">
                            <p:stCondLst>
                              <p:cond delay="0"/>
                            </p:stCondLst>
                            <p:childTnLst>
                              <p:par>
                                <p:cTn id="194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1"/>
                  </p:tgtEl>
                </p:cond>
              </p:nextCondLst>
            </p:seq>
            <p:seq concurrent="1" nextAc="seek">
              <p:cTn id="196" restart="whenNotActive" fill="hold" evtFilter="cancelBubble" nodeType="interactiveSeq">
                <p:stCondLst>
                  <p:cond evt="onClick" delay="0">
                    <p:tgtEl>
                      <p:spTgt spid="4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7" fill="hold">
                      <p:stCondLst>
                        <p:cond delay="0"/>
                      </p:stCondLst>
                      <p:childTnLst>
                        <p:par>
                          <p:cTn id="198" fill="hold">
                            <p:stCondLst>
                              <p:cond delay="0"/>
                            </p:stCondLst>
                            <p:childTnLst>
                              <p:par>
                                <p:cTn id="19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3"/>
                  </p:tgtEl>
                </p:cond>
              </p:nextCondLst>
            </p:seq>
            <p:seq concurrent="1" nextAc="seek">
              <p:cTn id="201" restart="whenNotActive" fill="hold" evtFilter="cancelBubble" nodeType="interactiveSeq">
                <p:stCondLst>
                  <p:cond evt="onClick" delay="0">
                    <p:tgtEl>
                      <p:spTgt spid="4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2" fill="hold">
                      <p:stCondLst>
                        <p:cond delay="0"/>
                      </p:stCondLst>
                      <p:childTnLst>
                        <p:par>
                          <p:cTn id="203" fill="hold">
                            <p:stCondLst>
                              <p:cond delay="0"/>
                            </p:stCondLst>
                            <p:childTnLst>
                              <p:par>
                                <p:cTn id="204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4"/>
                  </p:tgtEl>
                </p:cond>
              </p:nextCondLst>
            </p:seq>
            <p:seq concurrent="1" nextAc="seek">
              <p:cTn id="206" restart="whenNotActive" fill="hold" evtFilter="cancelBubble" nodeType="interactiveSeq">
                <p:stCondLst>
                  <p:cond evt="onClick" delay="0">
                    <p:tgtEl>
                      <p:spTgt spid="4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7" fill="hold">
                      <p:stCondLst>
                        <p:cond delay="0"/>
                      </p:stCondLst>
                      <p:childTnLst>
                        <p:par>
                          <p:cTn id="208" fill="hold">
                            <p:stCondLst>
                              <p:cond delay="0"/>
                            </p:stCondLst>
                            <p:childTnLst>
                              <p:par>
                                <p:cTn id="20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5"/>
                  </p:tgtEl>
                </p:cond>
              </p:nextCondLst>
            </p:seq>
          </p:childTnLst>
        </p:cTn>
      </p:par>
    </p:tnLst>
    <p:bldLst>
      <p:bldP spid="2" grpId="0" animBg="1"/>
      <p:bldP spid="35" grpId="0" animBg="1"/>
      <p:bldP spid="36" grpId="0" animBg="1"/>
      <p:bldP spid="37" grpId="0" animBg="1"/>
      <p:bldP spid="39" grpId="0" animBg="1"/>
      <p:bldP spid="40" grpId="0" animBg="1"/>
      <p:bldP spid="41" grpId="0" animBg="1"/>
      <p:bldP spid="43" grpId="0" animBg="1"/>
      <p:bldP spid="44" grpId="0" animBg="1"/>
      <p:bldP spid="4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347"/>
            <a:ext cx="12192000" cy="6854653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7265" y="331578"/>
            <a:ext cx="9161270" cy="5385252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4" cstate="print">
            <a:extLst>
              <a:ext uri="{BEBA8EAE-BF5A-486C-A8C5-ECC9F3942E4B}">
                <a14:imgProps xmlns="" xmlns:a14="http://schemas.microsoft.com/office/drawing/2010/main">
                  <a14:imgLayer r:embed="rId5">
                    <a14:imgEffect>
                      <a14:backgroundRemoval t="0" b="100000" l="0" r="100000">
                        <a14:foregroundMark x1="79691" y1="88450" x2="80271" y2="94225"/>
                        <a14:foregroundMark x1="80271" y1="89362" x2="56673" y2="89058"/>
                        <a14:foregroundMark x1="89168" y1="90274" x2="64023" y2="94529"/>
                        <a14:foregroundMark x1="95551" y1="78116" x2="52805" y2="87234"/>
                        <a14:foregroundMark x1="50870" y1="73860" x2="11992" y2="85714"/>
                        <a14:foregroundMark x1="10251" y1="68997" x2="38104" y2="88754"/>
                        <a14:foregroundMark x1="9671" y1="10942" x2="51451" y2="17021"/>
                        <a14:foregroundMark x1="39458" y1="8207" x2="2128" y2="24012"/>
                        <a14:foregroundMark x1="12186" y1="14286" x2="31721" y2="10638"/>
                        <a14:foregroundMark x1="19149" y1="9726" x2="16441" y2="17933"/>
                        <a14:foregroundMark x1="41973" y1="10334" x2="46422" y2="17021"/>
                        <a14:foregroundMark x1="56673" y1="6079" x2="90716" y2="2736"/>
                        <a14:foregroundMark x1="93424" y1="5471" x2="88781" y2="13982"/>
                        <a14:foregroundMark x1="98066" y1="32523" x2="97292" y2="61398"/>
                        <a14:foregroundMark x1="75242" y1="89970" x2="66538" y2="94529"/>
                        <a14:foregroundMark x1="8897" y1="45593" x2="0" y2="66869"/>
                        <a14:foregroundMark x1="1547" y1="41945" x2="1354" y2="68085"/>
                        <a14:foregroundMark x1="60542" y1="2736" x2="86847" y2="1824"/>
                        <a14:foregroundMark x1="93424" y1="1520" x2="70019" y2="912"/>
                        <a14:foregroundMark x1="93424" y1="35562" x2="99807" y2="57447"/>
                        <a14:foregroundMark x1="59961" y1="75076" x2="10445" y2="82675"/>
                        <a14:foregroundMark x1="45648" y1="83587" x2="13540" y2="80851"/>
                        <a14:foregroundMark x1="16248" y1="64742" x2="10445" y2="78419"/>
                        <a14:foregroundMark x1="19729" y1="69605" x2="16634" y2="86018"/>
                        <a14:foregroundMark x1="11412" y1="65957" x2="9284" y2="7325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44793" y="5619750"/>
            <a:ext cx="1975757" cy="1257300"/>
          </a:xfrm>
          <a:prstGeom prst="rect">
            <a:avLst/>
          </a:prstGeom>
        </p:spPr>
      </p:pic>
      <p:pic>
        <p:nvPicPr>
          <p:cNvPr id="12" name="Picture 11">
            <a:hlinkClick r:id="rId6" action="ppaction://hlinksldjump"/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="" xmlns:a14="http://schemas.microsoft.com/office/drawing/2010/main">
                  <a14:imgLayer r:embed="rId8">
                    <a14:imgEffect>
                      <a14:backgroundRemoval t="0" b="100000" l="0" r="100000">
                        <a14:foregroundMark x1="61558" y1="7051" x2="64935" y2="23397"/>
                        <a14:foregroundMark x1="89610" y1="9615" x2="91948" y2="28205"/>
                        <a14:foregroundMark x1="59740" y1="9615" x2="55584" y2="2403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15312" y="5010150"/>
            <a:ext cx="1744050" cy="141336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205292" y="1172245"/>
            <a:ext cx="570521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 err="1" smtClean="0">
                <a:solidFill>
                  <a:srgbClr val="0000FF"/>
                </a:solidFill>
              </a:rPr>
              <a:t>Thầy</a:t>
            </a:r>
            <a:r>
              <a:rPr lang="en-US" sz="4000" dirty="0" smtClean="0">
                <a:solidFill>
                  <a:srgbClr val="0000FF"/>
                </a:solidFill>
              </a:rPr>
              <a:t> </a:t>
            </a:r>
            <a:r>
              <a:rPr lang="en-US" sz="4000" dirty="0" err="1" smtClean="0">
                <a:solidFill>
                  <a:srgbClr val="0000FF"/>
                </a:solidFill>
              </a:rPr>
              <a:t>cô</a:t>
            </a:r>
            <a:r>
              <a:rPr lang="en-US" sz="4000" dirty="0" smtClean="0">
                <a:solidFill>
                  <a:srgbClr val="0000FF"/>
                </a:solidFill>
              </a:rPr>
              <a:t> </a:t>
            </a:r>
            <a:r>
              <a:rPr lang="en-US" sz="4000" dirty="0" err="1" smtClean="0">
                <a:solidFill>
                  <a:srgbClr val="0000FF"/>
                </a:solidFill>
              </a:rPr>
              <a:t>điền</a:t>
            </a:r>
            <a:r>
              <a:rPr lang="en-US" sz="4000" dirty="0" smtClean="0">
                <a:solidFill>
                  <a:srgbClr val="0000FF"/>
                </a:solidFill>
              </a:rPr>
              <a:t> </a:t>
            </a:r>
            <a:r>
              <a:rPr lang="en-US" sz="4000" dirty="0" err="1" smtClean="0">
                <a:solidFill>
                  <a:srgbClr val="0000FF"/>
                </a:solidFill>
              </a:rPr>
              <a:t>câu</a:t>
            </a:r>
            <a:r>
              <a:rPr lang="en-US" sz="4000" dirty="0" smtClean="0">
                <a:solidFill>
                  <a:srgbClr val="0000FF"/>
                </a:solidFill>
              </a:rPr>
              <a:t> </a:t>
            </a:r>
            <a:r>
              <a:rPr lang="en-US" sz="4000" dirty="0" err="1" smtClean="0">
                <a:solidFill>
                  <a:srgbClr val="0000FF"/>
                </a:solidFill>
              </a:rPr>
              <a:t>hỏi</a:t>
            </a:r>
            <a:r>
              <a:rPr lang="en-US" sz="4000" dirty="0" smtClean="0">
                <a:solidFill>
                  <a:srgbClr val="0000FF"/>
                </a:solidFill>
              </a:rPr>
              <a:t> ở </a:t>
            </a:r>
            <a:r>
              <a:rPr lang="en-US" sz="4000" dirty="0" err="1" smtClean="0">
                <a:solidFill>
                  <a:srgbClr val="0000FF"/>
                </a:solidFill>
              </a:rPr>
              <a:t>đây</a:t>
            </a:r>
            <a:endParaRPr lang="en-US" sz="4000" dirty="0">
              <a:solidFill>
                <a:srgbClr val="0000FF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069864" y="3849188"/>
            <a:ext cx="627979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 err="1" smtClean="0">
                <a:solidFill>
                  <a:srgbClr val="008000"/>
                </a:solidFill>
              </a:rPr>
              <a:t>Thầy</a:t>
            </a:r>
            <a:r>
              <a:rPr lang="en-US" sz="4000" dirty="0" smtClean="0">
                <a:solidFill>
                  <a:srgbClr val="008000"/>
                </a:solidFill>
              </a:rPr>
              <a:t> </a:t>
            </a:r>
            <a:r>
              <a:rPr lang="en-US" sz="4000" dirty="0" err="1" smtClean="0">
                <a:solidFill>
                  <a:srgbClr val="008000"/>
                </a:solidFill>
              </a:rPr>
              <a:t>cô</a:t>
            </a:r>
            <a:r>
              <a:rPr lang="en-US" sz="4000" dirty="0" smtClean="0">
                <a:solidFill>
                  <a:srgbClr val="008000"/>
                </a:solidFill>
              </a:rPr>
              <a:t> </a:t>
            </a:r>
            <a:r>
              <a:rPr lang="en-US" sz="4000" dirty="0" err="1" smtClean="0">
                <a:solidFill>
                  <a:srgbClr val="008000"/>
                </a:solidFill>
              </a:rPr>
              <a:t>điền</a:t>
            </a:r>
            <a:r>
              <a:rPr lang="en-US" sz="4000" dirty="0" smtClean="0">
                <a:solidFill>
                  <a:srgbClr val="008000"/>
                </a:solidFill>
              </a:rPr>
              <a:t> </a:t>
            </a:r>
            <a:r>
              <a:rPr lang="en-US" sz="4000" dirty="0" err="1" smtClean="0">
                <a:solidFill>
                  <a:srgbClr val="008000"/>
                </a:solidFill>
              </a:rPr>
              <a:t>câu</a:t>
            </a:r>
            <a:r>
              <a:rPr lang="en-US" sz="4000" dirty="0" smtClean="0">
                <a:solidFill>
                  <a:srgbClr val="008000"/>
                </a:solidFill>
              </a:rPr>
              <a:t> </a:t>
            </a:r>
            <a:r>
              <a:rPr lang="en-US" sz="4000" dirty="0" err="1" smtClean="0">
                <a:solidFill>
                  <a:srgbClr val="008000"/>
                </a:solidFill>
              </a:rPr>
              <a:t>trả</a:t>
            </a:r>
            <a:r>
              <a:rPr lang="en-US" sz="4000" dirty="0" smtClean="0">
                <a:solidFill>
                  <a:srgbClr val="008000"/>
                </a:solidFill>
              </a:rPr>
              <a:t> </a:t>
            </a:r>
            <a:r>
              <a:rPr lang="en-US" sz="4000" dirty="0" err="1" smtClean="0">
                <a:solidFill>
                  <a:srgbClr val="008000"/>
                </a:solidFill>
              </a:rPr>
              <a:t>lời</a:t>
            </a:r>
            <a:r>
              <a:rPr lang="en-US" sz="4000" dirty="0" smtClean="0">
                <a:solidFill>
                  <a:srgbClr val="008000"/>
                </a:solidFill>
              </a:rPr>
              <a:t> ở </a:t>
            </a:r>
            <a:r>
              <a:rPr lang="en-US" sz="4000" dirty="0" err="1" smtClean="0">
                <a:solidFill>
                  <a:srgbClr val="008000"/>
                </a:solidFill>
              </a:rPr>
              <a:t>đây</a:t>
            </a:r>
            <a:endParaRPr lang="en-US" sz="4000" dirty="0">
              <a:solidFill>
                <a:srgbClr val="008000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994452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3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6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6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600" fill="hold">
                                          <p:stCondLst>
                                            <p:cond delay="18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600" fill="hold">
                                          <p:stCondLst>
                                            <p:cond delay="24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347"/>
            <a:ext cx="12192000" cy="6854653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7265" y="331578"/>
            <a:ext cx="9161270" cy="5385252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 cstate="print">
            <a:extLst>
              <a:ext uri="{BEBA8EAE-BF5A-486C-A8C5-ECC9F3942E4B}">
                <a14:imgProps xmlns="" xmlns:a14="http://schemas.microsoft.com/office/drawing/2010/main">
                  <a14:imgLayer r:embed="rId5">
                    <a14:imgEffect>
                      <a14:backgroundRemoval t="0" b="100000" l="0" r="100000"/>
                    </a14:imgEffect>
                  </a14:imgLayer>
                </a14:imgProps>
              </a:ex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2943" y="5825348"/>
            <a:ext cx="2337448" cy="786431"/>
          </a:xfrm>
          <a:prstGeom prst="rect">
            <a:avLst/>
          </a:prstGeom>
        </p:spPr>
      </p:pic>
      <p:pic>
        <p:nvPicPr>
          <p:cNvPr id="8" name="Picture 7">
            <a:hlinkClick r:id="rId6" action="ppaction://hlinksldjump"/>
          </p:cNvPr>
          <p:cNvPicPr>
            <a:picLocks noChangeAspect="1"/>
          </p:cNvPicPr>
          <p:nvPr/>
        </p:nvPicPr>
        <p:blipFill>
          <a:blip r:embed="rId7" cstate="print">
            <a:extLst>
              <a:ext uri="{BEBA8EAE-BF5A-486C-A8C5-ECC9F3942E4B}">
                <a14:imgProps xmlns="" xmlns:a14="http://schemas.microsoft.com/office/drawing/2010/main">
                  <a14:imgLayer r:embed="rId8">
                    <a14:imgEffect>
                      <a14:backgroundRemoval t="0" b="100000" l="0" r="100000">
                        <a14:foregroundMark x1="30802" y1="75714" x2="69628" y2="76286"/>
                        <a14:foregroundMark x1="39685" y1="80286" x2="60458" y2="79286"/>
                        <a14:foregroundMark x1="39398" y1="7143" x2="45129" y2="17571"/>
                        <a14:foregroundMark x1="59456" y1="5714" x2="58596" y2="1728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10994" y="4764898"/>
            <a:ext cx="1623806" cy="162845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3205292" y="1172245"/>
            <a:ext cx="570521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 err="1" smtClean="0">
                <a:solidFill>
                  <a:srgbClr val="0000FF"/>
                </a:solidFill>
              </a:rPr>
              <a:t>Thầy</a:t>
            </a:r>
            <a:r>
              <a:rPr lang="en-US" sz="4000" dirty="0" smtClean="0">
                <a:solidFill>
                  <a:srgbClr val="0000FF"/>
                </a:solidFill>
              </a:rPr>
              <a:t> </a:t>
            </a:r>
            <a:r>
              <a:rPr lang="en-US" sz="4000" dirty="0" err="1" smtClean="0">
                <a:solidFill>
                  <a:srgbClr val="0000FF"/>
                </a:solidFill>
              </a:rPr>
              <a:t>cô</a:t>
            </a:r>
            <a:r>
              <a:rPr lang="en-US" sz="4000" dirty="0" smtClean="0">
                <a:solidFill>
                  <a:srgbClr val="0000FF"/>
                </a:solidFill>
              </a:rPr>
              <a:t> </a:t>
            </a:r>
            <a:r>
              <a:rPr lang="en-US" sz="4000" dirty="0" err="1" smtClean="0">
                <a:solidFill>
                  <a:srgbClr val="0000FF"/>
                </a:solidFill>
              </a:rPr>
              <a:t>điền</a:t>
            </a:r>
            <a:r>
              <a:rPr lang="en-US" sz="4000" dirty="0" smtClean="0">
                <a:solidFill>
                  <a:srgbClr val="0000FF"/>
                </a:solidFill>
              </a:rPr>
              <a:t> </a:t>
            </a:r>
            <a:r>
              <a:rPr lang="en-US" sz="4000" dirty="0" err="1" smtClean="0">
                <a:solidFill>
                  <a:srgbClr val="0000FF"/>
                </a:solidFill>
              </a:rPr>
              <a:t>câu</a:t>
            </a:r>
            <a:r>
              <a:rPr lang="en-US" sz="4000" dirty="0" smtClean="0">
                <a:solidFill>
                  <a:srgbClr val="0000FF"/>
                </a:solidFill>
              </a:rPr>
              <a:t> </a:t>
            </a:r>
            <a:r>
              <a:rPr lang="en-US" sz="4000" dirty="0" err="1" smtClean="0">
                <a:solidFill>
                  <a:srgbClr val="0000FF"/>
                </a:solidFill>
              </a:rPr>
              <a:t>hỏi</a:t>
            </a:r>
            <a:r>
              <a:rPr lang="en-US" sz="4000" dirty="0" smtClean="0">
                <a:solidFill>
                  <a:srgbClr val="0000FF"/>
                </a:solidFill>
              </a:rPr>
              <a:t> ở </a:t>
            </a:r>
            <a:r>
              <a:rPr lang="en-US" sz="4000" dirty="0" err="1" smtClean="0">
                <a:solidFill>
                  <a:srgbClr val="0000FF"/>
                </a:solidFill>
              </a:rPr>
              <a:t>đây</a:t>
            </a:r>
            <a:endParaRPr lang="en-US" sz="4000" dirty="0">
              <a:solidFill>
                <a:srgbClr val="0000FF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069864" y="3849188"/>
            <a:ext cx="627979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 err="1" smtClean="0">
                <a:solidFill>
                  <a:srgbClr val="008000"/>
                </a:solidFill>
              </a:rPr>
              <a:t>Thầy</a:t>
            </a:r>
            <a:r>
              <a:rPr lang="en-US" sz="4000" dirty="0" smtClean="0">
                <a:solidFill>
                  <a:srgbClr val="008000"/>
                </a:solidFill>
              </a:rPr>
              <a:t> </a:t>
            </a:r>
            <a:r>
              <a:rPr lang="en-US" sz="4000" dirty="0" err="1" smtClean="0">
                <a:solidFill>
                  <a:srgbClr val="008000"/>
                </a:solidFill>
              </a:rPr>
              <a:t>cô</a:t>
            </a:r>
            <a:r>
              <a:rPr lang="en-US" sz="4000" dirty="0" smtClean="0">
                <a:solidFill>
                  <a:srgbClr val="008000"/>
                </a:solidFill>
              </a:rPr>
              <a:t> </a:t>
            </a:r>
            <a:r>
              <a:rPr lang="en-US" sz="4000" dirty="0" err="1" smtClean="0">
                <a:solidFill>
                  <a:srgbClr val="008000"/>
                </a:solidFill>
              </a:rPr>
              <a:t>điền</a:t>
            </a:r>
            <a:r>
              <a:rPr lang="en-US" sz="4000" dirty="0" smtClean="0">
                <a:solidFill>
                  <a:srgbClr val="008000"/>
                </a:solidFill>
              </a:rPr>
              <a:t> </a:t>
            </a:r>
            <a:r>
              <a:rPr lang="en-US" sz="4000" dirty="0" err="1" smtClean="0">
                <a:solidFill>
                  <a:srgbClr val="008000"/>
                </a:solidFill>
              </a:rPr>
              <a:t>câu</a:t>
            </a:r>
            <a:r>
              <a:rPr lang="en-US" sz="4000" dirty="0" smtClean="0">
                <a:solidFill>
                  <a:srgbClr val="008000"/>
                </a:solidFill>
              </a:rPr>
              <a:t> </a:t>
            </a:r>
            <a:r>
              <a:rPr lang="en-US" sz="4000" dirty="0" err="1" smtClean="0">
                <a:solidFill>
                  <a:srgbClr val="008000"/>
                </a:solidFill>
              </a:rPr>
              <a:t>trả</a:t>
            </a:r>
            <a:r>
              <a:rPr lang="en-US" sz="4000" dirty="0" smtClean="0">
                <a:solidFill>
                  <a:srgbClr val="008000"/>
                </a:solidFill>
              </a:rPr>
              <a:t> </a:t>
            </a:r>
            <a:r>
              <a:rPr lang="en-US" sz="4000" dirty="0" err="1" smtClean="0">
                <a:solidFill>
                  <a:srgbClr val="008000"/>
                </a:solidFill>
              </a:rPr>
              <a:t>lời</a:t>
            </a:r>
            <a:r>
              <a:rPr lang="en-US" sz="4000" dirty="0" smtClean="0">
                <a:solidFill>
                  <a:srgbClr val="008000"/>
                </a:solidFill>
              </a:rPr>
              <a:t> ở </a:t>
            </a:r>
            <a:r>
              <a:rPr lang="en-US" sz="4000" dirty="0" err="1" smtClean="0">
                <a:solidFill>
                  <a:srgbClr val="008000"/>
                </a:solidFill>
              </a:rPr>
              <a:t>đây</a:t>
            </a:r>
            <a:endParaRPr lang="en-US" sz="4000" dirty="0">
              <a:solidFill>
                <a:srgbClr val="008000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36733952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3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6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6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600" fill="hold">
                                          <p:stCondLst>
                                            <p:cond delay="18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600" fill="hold">
                                          <p:stCondLst>
                                            <p:cond delay="24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347"/>
            <a:ext cx="12192000" cy="6854653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7265" y="331578"/>
            <a:ext cx="9161270" cy="5385252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 cstate="print">
            <a:extLst>
              <a:ext uri="{BEBA8EAE-BF5A-486C-A8C5-ECC9F3942E4B}">
                <a14:imgProps xmlns="" xmlns:a14="http://schemas.microsoft.com/office/drawing/2010/main">
                  <a14:imgLayer r:embed="rId5">
                    <a14:imgEffect>
                      <a14:backgroundRemoval t="0" b="100000" l="0" r="100000">
                        <a14:foregroundMark x1="79691" y1="88450" x2="80271" y2="94225"/>
                        <a14:foregroundMark x1="80271" y1="89362" x2="56673" y2="89058"/>
                        <a14:foregroundMark x1="89168" y1="90274" x2="64023" y2="94529"/>
                        <a14:foregroundMark x1="95551" y1="78116" x2="52805" y2="87234"/>
                        <a14:foregroundMark x1="50870" y1="73860" x2="11992" y2="85714"/>
                        <a14:foregroundMark x1="10251" y1="68997" x2="38104" y2="88754"/>
                        <a14:foregroundMark x1="9671" y1="10942" x2="51451" y2="17021"/>
                        <a14:foregroundMark x1="39458" y1="8207" x2="2128" y2="24012"/>
                        <a14:foregroundMark x1="12186" y1="14286" x2="31721" y2="10638"/>
                        <a14:foregroundMark x1="19149" y1="9726" x2="16441" y2="17933"/>
                        <a14:foregroundMark x1="41973" y1="10334" x2="46422" y2="17021"/>
                        <a14:foregroundMark x1="56673" y1="6079" x2="90716" y2="2736"/>
                        <a14:foregroundMark x1="93424" y1="5471" x2="88781" y2="13982"/>
                        <a14:foregroundMark x1="98066" y1="32523" x2="97292" y2="61398"/>
                        <a14:foregroundMark x1="75242" y1="89970" x2="66538" y2="94529"/>
                        <a14:foregroundMark x1="8897" y1="45593" x2="0" y2="66869"/>
                        <a14:foregroundMark x1="1547" y1="41945" x2="1354" y2="68085"/>
                        <a14:foregroundMark x1="60542" y1="2736" x2="86847" y2="1824"/>
                        <a14:foregroundMark x1="93424" y1="1520" x2="70019" y2="912"/>
                        <a14:foregroundMark x1="93424" y1="35562" x2="99807" y2="57447"/>
                        <a14:foregroundMark x1="59961" y1="75076" x2="10445" y2="82675"/>
                        <a14:foregroundMark x1="45648" y1="83587" x2="13540" y2="80851"/>
                        <a14:foregroundMark x1="16248" y1="64742" x2="10445" y2="78419"/>
                        <a14:foregroundMark x1="19729" y1="69605" x2="16634" y2="86018"/>
                        <a14:foregroundMark x1="11412" y1="65957" x2="9284" y2="7325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8897" y="5600700"/>
            <a:ext cx="1975757" cy="1257300"/>
          </a:xfrm>
          <a:prstGeom prst="rect">
            <a:avLst/>
          </a:prstGeom>
        </p:spPr>
      </p:pic>
      <p:pic>
        <p:nvPicPr>
          <p:cNvPr id="5" name="Picture 4">
            <a:hlinkClick r:id="rId6" action="ppaction://hlinksldjump"/>
          </p:cNvPr>
          <p:cNvPicPr>
            <a:picLocks noChangeAspect="1"/>
          </p:cNvPicPr>
          <p:nvPr/>
        </p:nvPicPr>
        <p:blipFill>
          <a:blip r:embed="rId7" cstate="print">
            <a:extLst>
              <a:ext uri="{BEBA8EAE-BF5A-486C-A8C5-ECC9F3942E4B}">
                <a14:imgProps xmlns="" xmlns:a14="http://schemas.microsoft.com/office/drawing/2010/main">
                  <a14:imgLayer r:embed="rId8">
                    <a14:imgEffect>
                      <a14:backgroundRemoval t="0" b="100000" l="0" r="100000"/>
                    </a14:imgEffect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4596" y="5010150"/>
            <a:ext cx="2020013" cy="146791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205292" y="1172245"/>
            <a:ext cx="570521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 err="1" smtClean="0">
                <a:solidFill>
                  <a:srgbClr val="0000FF"/>
                </a:solidFill>
              </a:rPr>
              <a:t>Thầy</a:t>
            </a:r>
            <a:r>
              <a:rPr lang="en-US" sz="4000" dirty="0" smtClean="0">
                <a:solidFill>
                  <a:srgbClr val="0000FF"/>
                </a:solidFill>
              </a:rPr>
              <a:t> </a:t>
            </a:r>
            <a:r>
              <a:rPr lang="en-US" sz="4000" dirty="0" err="1" smtClean="0">
                <a:solidFill>
                  <a:srgbClr val="0000FF"/>
                </a:solidFill>
              </a:rPr>
              <a:t>cô</a:t>
            </a:r>
            <a:r>
              <a:rPr lang="en-US" sz="4000" dirty="0" smtClean="0">
                <a:solidFill>
                  <a:srgbClr val="0000FF"/>
                </a:solidFill>
              </a:rPr>
              <a:t> </a:t>
            </a:r>
            <a:r>
              <a:rPr lang="en-US" sz="4000" dirty="0" err="1" smtClean="0">
                <a:solidFill>
                  <a:srgbClr val="0000FF"/>
                </a:solidFill>
              </a:rPr>
              <a:t>điền</a:t>
            </a:r>
            <a:r>
              <a:rPr lang="en-US" sz="4000" dirty="0" smtClean="0">
                <a:solidFill>
                  <a:srgbClr val="0000FF"/>
                </a:solidFill>
              </a:rPr>
              <a:t> </a:t>
            </a:r>
            <a:r>
              <a:rPr lang="en-US" sz="4000" dirty="0" err="1" smtClean="0">
                <a:solidFill>
                  <a:srgbClr val="0000FF"/>
                </a:solidFill>
              </a:rPr>
              <a:t>câu</a:t>
            </a:r>
            <a:r>
              <a:rPr lang="en-US" sz="4000" dirty="0" smtClean="0">
                <a:solidFill>
                  <a:srgbClr val="0000FF"/>
                </a:solidFill>
              </a:rPr>
              <a:t> </a:t>
            </a:r>
            <a:r>
              <a:rPr lang="en-US" sz="4000" dirty="0" err="1" smtClean="0">
                <a:solidFill>
                  <a:srgbClr val="0000FF"/>
                </a:solidFill>
              </a:rPr>
              <a:t>hỏi</a:t>
            </a:r>
            <a:r>
              <a:rPr lang="en-US" sz="4000" dirty="0" smtClean="0">
                <a:solidFill>
                  <a:srgbClr val="0000FF"/>
                </a:solidFill>
              </a:rPr>
              <a:t> ở </a:t>
            </a:r>
            <a:r>
              <a:rPr lang="en-US" sz="4000" dirty="0" err="1" smtClean="0">
                <a:solidFill>
                  <a:srgbClr val="0000FF"/>
                </a:solidFill>
              </a:rPr>
              <a:t>đây</a:t>
            </a:r>
            <a:endParaRPr lang="en-US" sz="4000" dirty="0">
              <a:solidFill>
                <a:srgbClr val="0000FF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069864" y="3849188"/>
            <a:ext cx="627979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 err="1" smtClean="0">
                <a:solidFill>
                  <a:srgbClr val="008000"/>
                </a:solidFill>
              </a:rPr>
              <a:t>Thầy</a:t>
            </a:r>
            <a:r>
              <a:rPr lang="en-US" sz="4000" dirty="0" smtClean="0">
                <a:solidFill>
                  <a:srgbClr val="008000"/>
                </a:solidFill>
              </a:rPr>
              <a:t> </a:t>
            </a:r>
            <a:r>
              <a:rPr lang="en-US" sz="4000" dirty="0" err="1" smtClean="0">
                <a:solidFill>
                  <a:srgbClr val="008000"/>
                </a:solidFill>
              </a:rPr>
              <a:t>cô</a:t>
            </a:r>
            <a:r>
              <a:rPr lang="en-US" sz="4000" dirty="0" smtClean="0">
                <a:solidFill>
                  <a:srgbClr val="008000"/>
                </a:solidFill>
              </a:rPr>
              <a:t> </a:t>
            </a:r>
            <a:r>
              <a:rPr lang="en-US" sz="4000" dirty="0" err="1" smtClean="0">
                <a:solidFill>
                  <a:srgbClr val="008000"/>
                </a:solidFill>
              </a:rPr>
              <a:t>điền</a:t>
            </a:r>
            <a:r>
              <a:rPr lang="en-US" sz="4000" dirty="0" smtClean="0">
                <a:solidFill>
                  <a:srgbClr val="008000"/>
                </a:solidFill>
              </a:rPr>
              <a:t> </a:t>
            </a:r>
            <a:r>
              <a:rPr lang="en-US" sz="4000" dirty="0" err="1" smtClean="0">
                <a:solidFill>
                  <a:srgbClr val="008000"/>
                </a:solidFill>
              </a:rPr>
              <a:t>câu</a:t>
            </a:r>
            <a:r>
              <a:rPr lang="en-US" sz="4000" dirty="0" smtClean="0">
                <a:solidFill>
                  <a:srgbClr val="008000"/>
                </a:solidFill>
              </a:rPr>
              <a:t> </a:t>
            </a:r>
            <a:r>
              <a:rPr lang="en-US" sz="4000" dirty="0" err="1" smtClean="0">
                <a:solidFill>
                  <a:srgbClr val="008000"/>
                </a:solidFill>
              </a:rPr>
              <a:t>trả</a:t>
            </a:r>
            <a:r>
              <a:rPr lang="en-US" sz="4000" dirty="0" smtClean="0">
                <a:solidFill>
                  <a:srgbClr val="008000"/>
                </a:solidFill>
              </a:rPr>
              <a:t> </a:t>
            </a:r>
            <a:r>
              <a:rPr lang="en-US" sz="4000" dirty="0" err="1" smtClean="0">
                <a:solidFill>
                  <a:srgbClr val="008000"/>
                </a:solidFill>
              </a:rPr>
              <a:t>lời</a:t>
            </a:r>
            <a:r>
              <a:rPr lang="en-US" sz="4000" dirty="0" smtClean="0">
                <a:solidFill>
                  <a:srgbClr val="008000"/>
                </a:solidFill>
              </a:rPr>
              <a:t> ở </a:t>
            </a:r>
            <a:r>
              <a:rPr lang="en-US" sz="4000" dirty="0" err="1" smtClean="0">
                <a:solidFill>
                  <a:srgbClr val="008000"/>
                </a:solidFill>
              </a:rPr>
              <a:t>đây</a:t>
            </a:r>
            <a:endParaRPr lang="en-US" sz="4000" dirty="0">
              <a:solidFill>
                <a:srgbClr val="008000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28440016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3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6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6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600" fill="hold">
                                          <p:stCondLst>
                                            <p:cond delay="18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600" fill="hold">
                                          <p:stCondLst>
                                            <p:cond delay="24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347"/>
            <a:ext cx="12192000" cy="6854653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7265" y="331578"/>
            <a:ext cx="9161270" cy="5385252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 cstate="print">
            <a:extLst>
              <a:ext uri="{BEBA8EAE-BF5A-486C-A8C5-ECC9F3942E4B}">
                <a14:imgProps xmlns="" xmlns:a14="http://schemas.microsoft.com/office/drawing/2010/main">
                  <a14:imgLayer r:embed="rId5">
                    <a14:imgEffect>
                      <a14:backgroundRemoval t="0" b="100000" l="0" r="100000"/>
                    </a14:imgEffect>
                  </a14:imgLayer>
                </a14:imgProps>
              </a:ex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4998" y="5857459"/>
            <a:ext cx="2340802" cy="787559"/>
          </a:xfrm>
          <a:prstGeom prst="rect">
            <a:avLst/>
          </a:prstGeom>
        </p:spPr>
      </p:pic>
      <p:pic>
        <p:nvPicPr>
          <p:cNvPr id="5" name="Picture 4">
            <a:hlinkClick r:id="rId6" action="ppaction://hlinksldjump"/>
          </p:cNvPr>
          <p:cNvPicPr>
            <a:picLocks noChangeAspect="1"/>
          </p:cNvPicPr>
          <p:nvPr/>
        </p:nvPicPr>
        <p:blipFill>
          <a:blip r:embed="rId7" cstate="print">
            <a:extLst>
              <a:ext uri="{BEBA8EAE-BF5A-486C-A8C5-ECC9F3942E4B}">
                <a14:imgProps xmlns="" xmlns:a14="http://schemas.microsoft.com/office/drawing/2010/main">
                  <a14:imgLayer r:embed="rId8">
                    <a14:imgEffect>
                      <a14:backgroundRemoval t="0" b="100000" l="0" r="100000">
                        <a14:foregroundMark x1="35568" y1="6319" x2="45622" y2="26179"/>
                        <a14:foregroundMark x1="63351" y1="5918" x2="52432" y2="2999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45806" y="4989325"/>
            <a:ext cx="1495043" cy="161141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205292" y="1172245"/>
            <a:ext cx="570521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 err="1" smtClean="0">
                <a:solidFill>
                  <a:srgbClr val="0000FF"/>
                </a:solidFill>
              </a:rPr>
              <a:t>Thầy</a:t>
            </a:r>
            <a:r>
              <a:rPr lang="en-US" sz="4000" dirty="0" smtClean="0">
                <a:solidFill>
                  <a:srgbClr val="0000FF"/>
                </a:solidFill>
              </a:rPr>
              <a:t> </a:t>
            </a:r>
            <a:r>
              <a:rPr lang="en-US" sz="4000" dirty="0" err="1" smtClean="0">
                <a:solidFill>
                  <a:srgbClr val="0000FF"/>
                </a:solidFill>
              </a:rPr>
              <a:t>cô</a:t>
            </a:r>
            <a:r>
              <a:rPr lang="en-US" sz="4000" dirty="0" smtClean="0">
                <a:solidFill>
                  <a:srgbClr val="0000FF"/>
                </a:solidFill>
              </a:rPr>
              <a:t> </a:t>
            </a:r>
            <a:r>
              <a:rPr lang="en-US" sz="4000" dirty="0" err="1" smtClean="0">
                <a:solidFill>
                  <a:srgbClr val="0000FF"/>
                </a:solidFill>
              </a:rPr>
              <a:t>điền</a:t>
            </a:r>
            <a:r>
              <a:rPr lang="en-US" sz="4000" dirty="0" smtClean="0">
                <a:solidFill>
                  <a:srgbClr val="0000FF"/>
                </a:solidFill>
              </a:rPr>
              <a:t> </a:t>
            </a:r>
            <a:r>
              <a:rPr lang="en-US" sz="4000" dirty="0" err="1" smtClean="0">
                <a:solidFill>
                  <a:srgbClr val="0000FF"/>
                </a:solidFill>
              </a:rPr>
              <a:t>câu</a:t>
            </a:r>
            <a:r>
              <a:rPr lang="en-US" sz="4000" dirty="0" smtClean="0">
                <a:solidFill>
                  <a:srgbClr val="0000FF"/>
                </a:solidFill>
              </a:rPr>
              <a:t> </a:t>
            </a:r>
            <a:r>
              <a:rPr lang="en-US" sz="4000" dirty="0" err="1" smtClean="0">
                <a:solidFill>
                  <a:srgbClr val="0000FF"/>
                </a:solidFill>
              </a:rPr>
              <a:t>hỏi</a:t>
            </a:r>
            <a:r>
              <a:rPr lang="en-US" sz="4000" dirty="0" smtClean="0">
                <a:solidFill>
                  <a:srgbClr val="0000FF"/>
                </a:solidFill>
              </a:rPr>
              <a:t> ở </a:t>
            </a:r>
            <a:r>
              <a:rPr lang="en-US" sz="4000" dirty="0" err="1" smtClean="0">
                <a:solidFill>
                  <a:srgbClr val="0000FF"/>
                </a:solidFill>
              </a:rPr>
              <a:t>đây</a:t>
            </a:r>
            <a:endParaRPr lang="en-US" sz="4000" dirty="0">
              <a:solidFill>
                <a:srgbClr val="0000FF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069864" y="3849188"/>
            <a:ext cx="627979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 err="1" smtClean="0">
                <a:solidFill>
                  <a:srgbClr val="008000"/>
                </a:solidFill>
              </a:rPr>
              <a:t>Thầy</a:t>
            </a:r>
            <a:r>
              <a:rPr lang="en-US" sz="4000" dirty="0" smtClean="0">
                <a:solidFill>
                  <a:srgbClr val="008000"/>
                </a:solidFill>
              </a:rPr>
              <a:t> </a:t>
            </a:r>
            <a:r>
              <a:rPr lang="en-US" sz="4000" dirty="0" err="1" smtClean="0">
                <a:solidFill>
                  <a:srgbClr val="008000"/>
                </a:solidFill>
              </a:rPr>
              <a:t>cô</a:t>
            </a:r>
            <a:r>
              <a:rPr lang="en-US" sz="4000" dirty="0" smtClean="0">
                <a:solidFill>
                  <a:srgbClr val="008000"/>
                </a:solidFill>
              </a:rPr>
              <a:t> </a:t>
            </a:r>
            <a:r>
              <a:rPr lang="en-US" sz="4000" dirty="0" err="1" smtClean="0">
                <a:solidFill>
                  <a:srgbClr val="008000"/>
                </a:solidFill>
              </a:rPr>
              <a:t>điền</a:t>
            </a:r>
            <a:r>
              <a:rPr lang="en-US" sz="4000" dirty="0" smtClean="0">
                <a:solidFill>
                  <a:srgbClr val="008000"/>
                </a:solidFill>
              </a:rPr>
              <a:t> </a:t>
            </a:r>
            <a:r>
              <a:rPr lang="en-US" sz="4000" dirty="0" err="1" smtClean="0">
                <a:solidFill>
                  <a:srgbClr val="008000"/>
                </a:solidFill>
              </a:rPr>
              <a:t>câu</a:t>
            </a:r>
            <a:r>
              <a:rPr lang="en-US" sz="4000" dirty="0" smtClean="0">
                <a:solidFill>
                  <a:srgbClr val="008000"/>
                </a:solidFill>
              </a:rPr>
              <a:t> </a:t>
            </a:r>
            <a:r>
              <a:rPr lang="en-US" sz="4000" dirty="0" err="1" smtClean="0">
                <a:solidFill>
                  <a:srgbClr val="008000"/>
                </a:solidFill>
              </a:rPr>
              <a:t>trả</a:t>
            </a:r>
            <a:r>
              <a:rPr lang="en-US" sz="4000" dirty="0" smtClean="0">
                <a:solidFill>
                  <a:srgbClr val="008000"/>
                </a:solidFill>
              </a:rPr>
              <a:t> </a:t>
            </a:r>
            <a:r>
              <a:rPr lang="en-US" sz="4000" dirty="0" err="1" smtClean="0">
                <a:solidFill>
                  <a:srgbClr val="008000"/>
                </a:solidFill>
              </a:rPr>
              <a:t>lời</a:t>
            </a:r>
            <a:r>
              <a:rPr lang="en-US" sz="4000" dirty="0" smtClean="0">
                <a:solidFill>
                  <a:srgbClr val="008000"/>
                </a:solidFill>
              </a:rPr>
              <a:t> ở </a:t>
            </a:r>
            <a:r>
              <a:rPr lang="en-US" sz="4000" dirty="0" err="1" smtClean="0">
                <a:solidFill>
                  <a:srgbClr val="008000"/>
                </a:solidFill>
              </a:rPr>
              <a:t>đây</a:t>
            </a:r>
            <a:endParaRPr lang="en-US" sz="4000" dirty="0">
              <a:solidFill>
                <a:srgbClr val="008000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40302927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3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6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6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600" fill="hold">
                                          <p:stCondLst>
                                            <p:cond delay="18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600" fill="hold">
                                          <p:stCondLst>
                                            <p:cond delay="24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347"/>
            <a:ext cx="12192000" cy="6854653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7265" y="331578"/>
            <a:ext cx="9161270" cy="5385252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 cstate="print">
            <a:extLst>
              <a:ext uri="{BEBA8EAE-BF5A-486C-A8C5-ECC9F3942E4B}">
                <a14:imgProps xmlns="" xmlns:a14="http://schemas.microsoft.com/office/drawing/2010/main">
                  <a14:imgLayer r:embed="rId5">
                    <a14:imgEffect>
                      <a14:backgroundRemoval t="0" b="100000" l="0" r="100000">
                        <a14:foregroundMark x1="79691" y1="88450" x2="80271" y2="94225"/>
                        <a14:foregroundMark x1="80271" y1="89362" x2="56673" y2="89058"/>
                        <a14:foregroundMark x1="89168" y1="90274" x2="64023" y2="94529"/>
                        <a14:foregroundMark x1="95551" y1="78116" x2="52805" y2="87234"/>
                        <a14:foregroundMark x1="50870" y1="73860" x2="11992" y2="85714"/>
                        <a14:foregroundMark x1="10251" y1="68997" x2="38104" y2="88754"/>
                        <a14:foregroundMark x1="9671" y1="10942" x2="51451" y2="17021"/>
                        <a14:foregroundMark x1="39458" y1="8207" x2="2128" y2="24012"/>
                        <a14:foregroundMark x1="12186" y1="14286" x2="31721" y2="10638"/>
                        <a14:foregroundMark x1="19149" y1="9726" x2="16441" y2="17933"/>
                        <a14:foregroundMark x1="41973" y1="10334" x2="46422" y2="17021"/>
                        <a14:foregroundMark x1="56673" y1="6079" x2="90716" y2="2736"/>
                        <a14:foregroundMark x1="93424" y1="5471" x2="88781" y2="13982"/>
                        <a14:foregroundMark x1="98066" y1="32523" x2="97292" y2="61398"/>
                        <a14:foregroundMark x1="75242" y1="89970" x2="66538" y2="94529"/>
                        <a14:foregroundMark x1="8897" y1="45593" x2="0" y2="66869"/>
                        <a14:foregroundMark x1="1547" y1="41945" x2="1354" y2="68085"/>
                        <a14:foregroundMark x1="60542" y1="2736" x2="86847" y2="1824"/>
                        <a14:foregroundMark x1="93424" y1="1520" x2="70019" y2="912"/>
                        <a14:foregroundMark x1="93424" y1="35562" x2="99807" y2="57447"/>
                        <a14:foregroundMark x1="59961" y1="75076" x2="10445" y2="82675"/>
                        <a14:foregroundMark x1="45648" y1="83587" x2="13540" y2="80851"/>
                        <a14:foregroundMark x1="16248" y1="64742" x2="10445" y2="78419"/>
                        <a14:foregroundMark x1="19729" y1="69605" x2="16634" y2="86018"/>
                        <a14:foregroundMark x1="11412" y1="65957" x2="9284" y2="7325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22090" y="5398366"/>
            <a:ext cx="2293710" cy="1459634"/>
          </a:xfrm>
          <a:prstGeom prst="rect">
            <a:avLst/>
          </a:prstGeom>
        </p:spPr>
      </p:pic>
      <p:pic>
        <p:nvPicPr>
          <p:cNvPr id="5" name="Picture 4">
            <a:hlinkClick r:id="rId6" action="ppaction://hlinksldjump"/>
          </p:cNvPr>
          <p:cNvPicPr>
            <a:picLocks noChangeAspect="1"/>
          </p:cNvPicPr>
          <p:nvPr/>
        </p:nvPicPr>
        <p:blipFill>
          <a:blip r:embed="rId7" cstate="print">
            <a:extLst>
              <a:ext uri="{BEBA8EAE-BF5A-486C-A8C5-ECC9F3942E4B}">
                <a14:imgProps xmlns="" xmlns:a14="http://schemas.microsoft.com/office/drawing/2010/main">
                  <a14:imgLayer r:embed="rId8">
                    <a14:imgEffect>
                      <a14:backgroundRemoval t="0" b="99201" l="0" r="100000"/>
                    </a14:imgEffect>
                  </a14:imgLayer>
                </a14:imgProps>
              </a:ex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8779" y="4680875"/>
            <a:ext cx="1718321" cy="175334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205292" y="1172245"/>
            <a:ext cx="570521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 err="1" smtClean="0">
                <a:solidFill>
                  <a:srgbClr val="0000FF"/>
                </a:solidFill>
              </a:rPr>
              <a:t>Thầy</a:t>
            </a:r>
            <a:r>
              <a:rPr lang="en-US" sz="4000" dirty="0" smtClean="0">
                <a:solidFill>
                  <a:srgbClr val="0000FF"/>
                </a:solidFill>
              </a:rPr>
              <a:t> </a:t>
            </a:r>
            <a:r>
              <a:rPr lang="en-US" sz="4000" dirty="0" err="1" smtClean="0">
                <a:solidFill>
                  <a:srgbClr val="0000FF"/>
                </a:solidFill>
              </a:rPr>
              <a:t>cô</a:t>
            </a:r>
            <a:r>
              <a:rPr lang="en-US" sz="4000" dirty="0" smtClean="0">
                <a:solidFill>
                  <a:srgbClr val="0000FF"/>
                </a:solidFill>
              </a:rPr>
              <a:t> </a:t>
            </a:r>
            <a:r>
              <a:rPr lang="en-US" sz="4000" dirty="0" err="1" smtClean="0">
                <a:solidFill>
                  <a:srgbClr val="0000FF"/>
                </a:solidFill>
              </a:rPr>
              <a:t>điền</a:t>
            </a:r>
            <a:r>
              <a:rPr lang="en-US" sz="4000" dirty="0" smtClean="0">
                <a:solidFill>
                  <a:srgbClr val="0000FF"/>
                </a:solidFill>
              </a:rPr>
              <a:t> </a:t>
            </a:r>
            <a:r>
              <a:rPr lang="en-US" sz="4000" dirty="0" err="1" smtClean="0">
                <a:solidFill>
                  <a:srgbClr val="0000FF"/>
                </a:solidFill>
              </a:rPr>
              <a:t>câu</a:t>
            </a:r>
            <a:r>
              <a:rPr lang="en-US" sz="4000" dirty="0" smtClean="0">
                <a:solidFill>
                  <a:srgbClr val="0000FF"/>
                </a:solidFill>
              </a:rPr>
              <a:t> </a:t>
            </a:r>
            <a:r>
              <a:rPr lang="en-US" sz="4000" dirty="0" err="1" smtClean="0">
                <a:solidFill>
                  <a:srgbClr val="0000FF"/>
                </a:solidFill>
              </a:rPr>
              <a:t>hỏi</a:t>
            </a:r>
            <a:r>
              <a:rPr lang="en-US" sz="4000" dirty="0" smtClean="0">
                <a:solidFill>
                  <a:srgbClr val="0000FF"/>
                </a:solidFill>
              </a:rPr>
              <a:t> ở </a:t>
            </a:r>
            <a:r>
              <a:rPr lang="en-US" sz="4000" dirty="0" err="1" smtClean="0">
                <a:solidFill>
                  <a:srgbClr val="0000FF"/>
                </a:solidFill>
              </a:rPr>
              <a:t>đây</a:t>
            </a:r>
            <a:endParaRPr lang="en-US" sz="4000" dirty="0">
              <a:solidFill>
                <a:srgbClr val="0000FF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069864" y="3849188"/>
            <a:ext cx="627979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 err="1" smtClean="0">
                <a:solidFill>
                  <a:srgbClr val="008000"/>
                </a:solidFill>
              </a:rPr>
              <a:t>Thầy</a:t>
            </a:r>
            <a:r>
              <a:rPr lang="en-US" sz="4000" dirty="0" smtClean="0">
                <a:solidFill>
                  <a:srgbClr val="008000"/>
                </a:solidFill>
              </a:rPr>
              <a:t> </a:t>
            </a:r>
            <a:r>
              <a:rPr lang="en-US" sz="4000" dirty="0" err="1" smtClean="0">
                <a:solidFill>
                  <a:srgbClr val="008000"/>
                </a:solidFill>
              </a:rPr>
              <a:t>cô</a:t>
            </a:r>
            <a:r>
              <a:rPr lang="en-US" sz="4000" dirty="0" smtClean="0">
                <a:solidFill>
                  <a:srgbClr val="008000"/>
                </a:solidFill>
              </a:rPr>
              <a:t> </a:t>
            </a:r>
            <a:r>
              <a:rPr lang="en-US" sz="4000" dirty="0" err="1" smtClean="0">
                <a:solidFill>
                  <a:srgbClr val="008000"/>
                </a:solidFill>
              </a:rPr>
              <a:t>điền</a:t>
            </a:r>
            <a:r>
              <a:rPr lang="en-US" sz="4000" dirty="0" smtClean="0">
                <a:solidFill>
                  <a:srgbClr val="008000"/>
                </a:solidFill>
              </a:rPr>
              <a:t> </a:t>
            </a:r>
            <a:r>
              <a:rPr lang="en-US" sz="4000" dirty="0" err="1" smtClean="0">
                <a:solidFill>
                  <a:srgbClr val="008000"/>
                </a:solidFill>
              </a:rPr>
              <a:t>câu</a:t>
            </a:r>
            <a:r>
              <a:rPr lang="en-US" sz="4000" dirty="0" smtClean="0">
                <a:solidFill>
                  <a:srgbClr val="008000"/>
                </a:solidFill>
              </a:rPr>
              <a:t> </a:t>
            </a:r>
            <a:r>
              <a:rPr lang="en-US" sz="4000" dirty="0" err="1" smtClean="0">
                <a:solidFill>
                  <a:srgbClr val="008000"/>
                </a:solidFill>
              </a:rPr>
              <a:t>trả</a:t>
            </a:r>
            <a:r>
              <a:rPr lang="en-US" sz="4000" dirty="0" smtClean="0">
                <a:solidFill>
                  <a:srgbClr val="008000"/>
                </a:solidFill>
              </a:rPr>
              <a:t> </a:t>
            </a:r>
            <a:r>
              <a:rPr lang="en-US" sz="4000" dirty="0" err="1" smtClean="0">
                <a:solidFill>
                  <a:srgbClr val="008000"/>
                </a:solidFill>
              </a:rPr>
              <a:t>lời</a:t>
            </a:r>
            <a:r>
              <a:rPr lang="en-US" sz="4000" dirty="0" smtClean="0">
                <a:solidFill>
                  <a:srgbClr val="008000"/>
                </a:solidFill>
              </a:rPr>
              <a:t> ở </a:t>
            </a:r>
            <a:r>
              <a:rPr lang="en-US" sz="4000" dirty="0" err="1" smtClean="0">
                <a:solidFill>
                  <a:srgbClr val="008000"/>
                </a:solidFill>
              </a:rPr>
              <a:t>đây</a:t>
            </a:r>
            <a:endParaRPr lang="en-US" sz="4000" dirty="0">
              <a:solidFill>
                <a:srgbClr val="008000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35982711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3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6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6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600" fill="hold">
                                          <p:stCondLst>
                                            <p:cond delay="18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600" fill="hold">
                                          <p:stCondLst>
                                            <p:cond delay="24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347"/>
            <a:ext cx="12192000" cy="6854653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7265" y="331578"/>
            <a:ext cx="9161270" cy="5385252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 cstate="print">
            <a:extLst>
              <a:ext uri="{BEBA8EAE-BF5A-486C-A8C5-ECC9F3942E4B}">
                <a14:imgProps xmlns="" xmlns:a14="http://schemas.microsoft.com/office/drawing/2010/main">
                  <a14:imgLayer r:embed="rId5">
                    <a14:imgEffect>
                      <a14:backgroundRemoval t="0" b="100000" l="0" r="100000"/>
                    </a14:imgEffect>
                  </a14:imgLayer>
                </a14:imgProps>
              </a:ex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69133" y="6018013"/>
            <a:ext cx="2266400" cy="762527"/>
          </a:xfrm>
          <a:prstGeom prst="rect">
            <a:avLst/>
          </a:prstGeom>
        </p:spPr>
      </p:pic>
      <p:pic>
        <p:nvPicPr>
          <p:cNvPr id="5" name="Picture 4">
            <a:hlinkClick r:id="rId6" action="ppaction://hlinksldjump"/>
          </p:cNvPr>
          <p:cNvPicPr>
            <a:picLocks noChangeAspect="1"/>
          </p:cNvPicPr>
          <p:nvPr/>
        </p:nvPicPr>
        <p:blipFill>
          <a:blip r:embed="rId7" cstate="print">
            <a:extLst>
              <a:ext uri="{BEBA8EAE-BF5A-486C-A8C5-ECC9F3942E4B}">
                <a14:imgProps xmlns="" xmlns:a14="http://schemas.microsoft.com/office/drawing/2010/main">
                  <a14:imgLayer r:embed="rId8">
                    <a14:imgEffect>
                      <a14:backgroundRemoval t="0" b="100000" l="0" r="100000">
                        <a14:foregroundMark x1="25111" y1="7817" x2="47333" y2="16173"/>
                        <a14:foregroundMark x1="42889" y1="7547" x2="30444" y2="7547"/>
                        <a14:foregroundMark x1="58000" y1="6739" x2="76000" y2="1266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9023" y="4972859"/>
            <a:ext cx="1882340" cy="155188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05292" y="1172245"/>
            <a:ext cx="570521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 err="1" smtClean="0">
                <a:solidFill>
                  <a:srgbClr val="0000FF"/>
                </a:solidFill>
              </a:rPr>
              <a:t>Thầy</a:t>
            </a:r>
            <a:r>
              <a:rPr lang="en-US" sz="4000" dirty="0" smtClean="0">
                <a:solidFill>
                  <a:srgbClr val="0000FF"/>
                </a:solidFill>
              </a:rPr>
              <a:t> </a:t>
            </a:r>
            <a:r>
              <a:rPr lang="en-US" sz="4000" dirty="0" err="1" smtClean="0">
                <a:solidFill>
                  <a:srgbClr val="0000FF"/>
                </a:solidFill>
              </a:rPr>
              <a:t>cô</a:t>
            </a:r>
            <a:r>
              <a:rPr lang="en-US" sz="4000" dirty="0" smtClean="0">
                <a:solidFill>
                  <a:srgbClr val="0000FF"/>
                </a:solidFill>
              </a:rPr>
              <a:t> </a:t>
            </a:r>
            <a:r>
              <a:rPr lang="en-US" sz="4000" dirty="0" err="1" smtClean="0">
                <a:solidFill>
                  <a:srgbClr val="0000FF"/>
                </a:solidFill>
              </a:rPr>
              <a:t>điền</a:t>
            </a:r>
            <a:r>
              <a:rPr lang="en-US" sz="4000" dirty="0" smtClean="0">
                <a:solidFill>
                  <a:srgbClr val="0000FF"/>
                </a:solidFill>
              </a:rPr>
              <a:t> </a:t>
            </a:r>
            <a:r>
              <a:rPr lang="en-US" sz="4000" dirty="0" err="1" smtClean="0">
                <a:solidFill>
                  <a:srgbClr val="0000FF"/>
                </a:solidFill>
              </a:rPr>
              <a:t>câu</a:t>
            </a:r>
            <a:r>
              <a:rPr lang="en-US" sz="4000" dirty="0" smtClean="0">
                <a:solidFill>
                  <a:srgbClr val="0000FF"/>
                </a:solidFill>
              </a:rPr>
              <a:t> </a:t>
            </a:r>
            <a:r>
              <a:rPr lang="en-US" sz="4000" dirty="0" err="1" smtClean="0">
                <a:solidFill>
                  <a:srgbClr val="0000FF"/>
                </a:solidFill>
              </a:rPr>
              <a:t>hỏi</a:t>
            </a:r>
            <a:r>
              <a:rPr lang="en-US" sz="4000" dirty="0" smtClean="0">
                <a:solidFill>
                  <a:srgbClr val="0000FF"/>
                </a:solidFill>
              </a:rPr>
              <a:t> ở </a:t>
            </a:r>
            <a:r>
              <a:rPr lang="en-US" sz="4000" dirty="0" err="1" smtClean="0">
                <a:solidFill>
                  <a:srgbClr val="0000FF"/>
                </a:solidFill>
              </a:rPr>
              <a:t>đây</a:t>
            </a:r>
            <a:endParaRPr lang="en-US" sz="4000" dirty="0">
              <a:solidFill>
                <a:srgbClr val="0000FF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069864" y="3849188"/>
            <a:ext cx="627979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 err="1" smtClean="0">
                <a:solidFill>
                  <a:srgbClr val="008000"/>
                </a:solidFill>
              </a:rPr>
              <a:t>Thầy</a:t>
            </a:r>
            <a:r>
              <a:rPr lang="en-US" sz="4000" dirty="0" smtClean="0">
                <a:solidFill>
                  <a:srgbClr val="008000"/>
                </a:solidFill>
              </a:rPr>
              <a:t> </a:t>
            </a:r>
            <a:r>
              <a:rPr lang="en-US" sz="4000" dirty="0" err="1" smtClean="0">
                <a:solidFill>
                  <a:srgbClr val="008000"/>
                </a:solidFill>
              </a:rPr>
              <a:t>cô</a:t>
            </a:r>
            <a:r>
              <a:rPr lang="en-US" sz="4000" dirty="0" smtClean="0">
                <a:solidFill>
                  <a:srgbClr val="008000"/>
                </a:solidFill>
              </a:rPr>
              <a:t> </a:t>
            </a:r>
            <a:r>
              <a:rPr lang="en-US" sz="4000" dirty="0" err="1" smtClean="0">
                <a:solidFill>
                  <a:srgbClr val="008000"/>
                </a:solidFill>
              </a:rPr>
              <a:t>điền</a:t>
            </a:r>
            <a:r>
              <a:rPr lang="en-US" sz="4000" dirty="0" smtClean="0">
                <a:solidFill>
                  <a:srgbClr val="008000"/>
                </a:solidFill>
              </a:rPr>
              <a:t> </a:t>
            </a:r>
            <a:r>
              <a:rPr lang="en-US" sz="4000" dirty="0" err="1" smtClean="0">
                <a:solidFill>
                  <a:srgbClr val="008000"/>
                </a:solidFill>
              </a:rPr>
              <a:t>câu</a:t>
            </a:r>
            <a:r>
              <a:rPr lang="en-US" sz="4000" dirty="0" smtClean="0">
                <a:solidFill>
                  <a:srgbClr val="008000"/>
                </a:solidFill>
              </a:rPr>
              <a:t> </a:t>
            </a:r>
            <a:r>
              <a:rPr lang="en-US" sz="4000" dirty="0" err="1" smtClean="0">
                <a:solidFill>
                  <a:srgbClr val="008000"/>
                </a:solidFill>
              </a:rPr>
              <a:t>trả</a:t>
            </a:r>
            <a:r>
              <a:rPr lang="en-US" sz="4000" dirty="0" smtClean="0">
                <a:solidFill>
                  <a:srgbClr val="008000"/>
                </a:solidFill>
              </a:rPr>
              <a:t> </a:t>
            </a:r>
            <a:r>
              <a:rPr lang="en-US" sz="4000" dirty="0" err="1" smtClean="0">
                <a:solidFill>
                  <a:srgbClr val="008000"/>
                </a:solidFill>
              </a:rPr>
              <a:t>lời</a:t>
            </a:r>
            <a:r>
              <a:rPr lang="en-US" sz="4000" dirty="0" smtClean="0">
                <a:solidFill>
                  <a:srgbClr val="008000"/>
                </a:solidFill>
              </a:rPr>
              <a:t> ở </a:t>
            </a:r>
            <a:r>
              <a:rPr lang="en-US" sz="4000" dirty="0" err="1" smtClean="0">
                <a:solidFill>
                  <a:srgbClr val="008000"/>
                </a:solidFill>
              </a:rPr>
              <a:t>đây</a:t>
            </a:r>
            <a:endParaRPr lang="en-US" sz="4000" dirty="0">
              <a:solidFill>
                <a:srgbClr val="008000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42214483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3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6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6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600" fill="hold">
                                          <p:stCondLst>
                                            <p:cond delay="18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600" fill="hold">
                                          <p:stCondLst>
                                            <p:cond delay="24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347"/>
            <a:ext cx="12192000" cy="6854653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7265" y="331578"/>
            <a:ext cx="9161270" cy="5385252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 cstate="print">
            <a:extLst>
              <a:ext uri="{BEBA8EAE-BF5A-486C-A8C5-ECC9F3942E4B}">
                <a14:imgProps xmlns="" xmlns:a14="http://schemas.microsoft.com/office/drawing/2010/main">
                  <a14:imgLayer r:embed="rId5">
                    <a14:imgEffect>
                      <a14:backgroundRemoval t="0" b="100000" l="0" r="100000">
                        <a14:foregroundMark x1="79691" y1="88450" x2="80271" y2="94225"/>
                        <a14:foregroundMark x1="80271" y1="89362" x2="56673" y2="89058"/>
                        <a14:foregroundMark x1="89168" y1="90274" x2="64023" y2="94529"/>
                        <a14:foregroundMark x1="95551" y1="78116" x2="52805" y2="87234"/>
                        <a14:foregroundMark x1="50870" y1="73860" x2="11992" y2="85714"/>
                        <a14:foregroundMark x1="10251" y1="68997" x2="38104" y2="88754"/>
                        <a14:foregroundMark x1="9671" y1="10942" x2="51451" y2="17021"/>
                        <a14:foregroundMark x1="39458" y1="8207" x2="2128" y2="24012"/>
                        <a14:foregroundMark x1="12186" y1="14286" x2="31721" y2="10638"/>
                        <a14:foregroundMark x1="19149" y1="9726" x2="16441" y2="17933"/>
                        <a14:foregroundMark x1="41973" y1="10334" x2="46422" y2="17021"/>
                        <a14:foregroundMark x1="56673" y1="6079" x2="90716" y2="2736"/>
                        <a14:foregroundMark x1="93424" y1="5471" x2="88781" y2="13982"/>
                        <a14:foregroundMark x1="98066" y1="32523" x2="97292" y2="61398"/>
                        <a14:foregroundMark x1="75242" y1="89970" x2="66538" y2="94529"/>
                        <a14:foregroundMark x1="8897" y1="45593" x2="0" y2="66869"/>
                        <a14:foregroundMark x1="1547" y1="41945" x2="1354" y2="68085"/>
                        <a14:foregroundMark x1="60542" y1="2736" x2="86847" y2="1824"/>
                        <a14:foregroundMark x1="93424" y1="1520" x2="70019" y2="912"/>
                        <a14:foregroundMark x1="93424" y1="35562" x2="99807" y2="57447"/>
                        <a14:foregroundMark x1="59961" y1="75076" x2="10445" y2="82675"/>
                        <a14:foregroundMark x1="45648" y1="83587" x2="13540" y2="80851"/>
                        <a14:foregroundMark x1="16248" y1="64742" x2="10445" y2="78419"/>
                        <a14:foregroundMark x1="19729" y1="69605" x2="16634" y2="86018"/>
                        <a14:foregroundMark x1="11412" y1="65957" x2="9284" y2="7325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76008" y="5153482"/>
            <a:ext cx="2678528" cy="1704518"/>
          </a:xfrm>
          <a:prstGeom prst="rect">
            <a:avLst/>
          </a:prstGeom>
        </p:spPr>
      </p:pic>
      <p:pic>
        <p:nvPicPr>
          <p:cNvPr id="5" name="Picture 4">
            <a:hlinkClick r:id="rId6" action="ppaction://hlinksldjump"/>
          </p:cNvPr>
          <p:cNvPicPr>
            <a:picLocks noChangeAspect="1"/>
          </p:cNvPicPr>
          <p:nvPr/>
        </p:nvPicPr>
        <p:blipFill>
          <a:blip r:embed="rId7" cstate="print">
            <a:extLst>
              <a:ext uri="{BEBA8EAE-BF5A-486C-A8C5-ECC9F3942E4B}">
                <a14:imgProps xmlns="" xmlns:a14="http://schemas.microsoft.com/office/drawing/2010/main">
                  <a14:imgLayer r:embed="rId8">
                    <a14:imgEffect>
                      <a14:backgroundRemoval t="0" b="100000" l="0" r="100000">
                        <a14:foregroundMark x1="12154" y1="10441" x2="23692" y2="11137"/>
                        <a14:foregroundMark x1="47692" y1="6961" x2="36000" y2="997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22911" y="4804929"/>
            <a:ext cx="2197589" cy="145717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05292" y="1172245"/>
            <a:ext cx="570521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 err="1" smtClean="0">
                <a:solidFill>
                  <a:srgbClr val="0000FF"/>
                </a:solidFill>
              </a:rPr>
              <a:t>Thầy</a:t>
            </a:r>
            <a:r>
              <a:rPr lang="en-US" sz="4000" dirty="0" smtClean="0">
                <a:solidFill>
                  <a:srgbClr val="0000FF"/>
                </a:solidFill>
              </a:rPr>
              <a:t> </a:t>
            </a:r>
            <a:r>
              <a:rPr lang="en-US" sz="4000" dirty="0" err="1" smtClean="0">
                <a:solidFill>
                  <a:srgbClr val="0000FF"/>
                </a:solidFill>
              </a:rPr>
              <a:t>cô</a:t>
            </a:r>
            <a:r>
              <a:rPr lang="en-US" sz="4000" dirty="0" smtClean="0">
                <a:solidFill>
                  <a:srgbClr val="0000FF"/>
                </a:solidFill>
              </a:rPr>
              <a:t> </a:t>
            </a:r>
            <a:r>
              <a:rPr lang="en-US" sz="4000" dirty="0" err="1" smtClean="0">
                <a:solidFill>
                  <a:srgbClr val="0000FF"/>
                </a:solidFill>
              </a:rPr>
              <a:t>điền</a:t>
            </a:r>
            <a:r>
              <a:rPr lang="en-US" sz="4000" dirty="0" smtClean="0">
                <a:solidFill>
                  <a:srgbClr val="0000FF"/>
                </a:solidFill>
              </a:rPr>
              <a:t> </a:t>
            </a:r>
            <a:r>
              <a:rPr lang="en-US" sz="4000" dirty="0" err="1" smtClean="0">
                <a:solidFill>
                  <a:srgbClr val="0000FF"/>
                </a:solidFill>
              </a:rPr>
              <a:t>câu</a:t>
            </a:r>
            <a:r>
              <a:rPr lang="en-US" sz="4000" dirty="0" smtClean="0">
                <a:solidFill>
                  <a:srgbClr val="0000FF"/>
                </a:solidFill>
              </a:rPr>
              <a:t> </a:t>
            </a:r>
            <a:r>
              <a:rPr lang="en-US" sz="4000" dirty="0" err="1" smtClean="0">
                <a:solidFill>
                  <a:srgbClr val="0000FF"/>
                </a:solidFill>
              </a:rPr>
              <a:t>hỏi</a:t>
            </a:r>
            <a:r>
              <a:rPr lang="en-US" sz="4000" dirty="0" smtClean="0">
                <a:solidFill>
                  <a:srgbClr val="0000FF"/>
                </a:solidFill>
              </a:rPr>
              <a:t> ở </a:t>
            </a:r>
            <a:r>
              <a:rPr lang="en-US" sz="4000" dirty="0" err="1" smtClean="0">
                <a:solidFill>
                  <a:srgbClr val="0000FF"/>
                </a:solidFill>
              </a:rPr>
              <a:t>đây</a:t>
            </a:r>
            <a:endParaRPr lang="en-US" sz="4000" dirty="0">
              <a:solidFill>
                <a:srgbClr val="0000FF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069864" y="3849188"/>
            <a:ext cx="627979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 err="1" smtClean="0">
                <a:solidFill>
                  <a:srgbClr val="008000"/>
                </a:solidFill>
              </a:rPr>
              <a:t>Thầy</a:t>
            </a:r>
            <a:r>
              <a:rPr lang="en-US" sz="4000" dirty="0" smtClean="0">
                <a:solidFill>
                  <a:srgbClr val="008000"/>
                </a:solidFill>
              </a:rPr>
              <a:t> </a:t>
            </a:r>
            <a:r>
              <a:rPr lang="en-US" sz="4000" dirty="0" err="1" smtClean="0">
                <a:solidFill>
                  <a:srgbClr val="008000"/>
                </a:solidFill>
              </a:rPr>
              <a:t>cô</a:t>
            </a:r>
            <a:r>
              <a:rPr lang="en-US" sz="4000" dirty="0" smtClean="0">
                <a:solidFill>
                  <a:srgbClr val="008000"/>
                </a:solidFill>
              </a:rPr>
              <a:t> </a:t>
            </a:r>
            <a:r>
              <a:rPr lang="en-US" sz="4000" dirty="0" err="1" smtClean="0">
                <a:solidFill>
                  <a:srgbClr val="008000"/>
                </a:solidFill>
              </a:rPr>
              <a:t>điền</a:t>
            </a:r>
            <a:r>
              <a:rPr lang="en-US" sz="4000" dirty="0" smtClean="0">
                <a:solidFill>
                  <a:srgbClr val="008000"/>
                </a:solidFill>
              </a:rPr>
              <a:t> </a:t>
            </a:r>
            <a:r>
              <a:rPr lang="en-US" sz="4000" dirty="0" err="1" smtClean="0">
                <a:solidFill>
                  <a:srgbClr val="008000"/>
                </a:solidFill>
              </a:rPr>
              <a:t>câu</a:t>
            </a:r>
            <a:r>
              <a:rPr lang="en-US" sz="4000" dirty="0" smtClean="0">
                <a:solidFill>
                  <a:srgbClr val="008000"/>
                </a:solidFill>
              </a:rPr>
              <a:t> </a:t>
            </a:r>
            <a:r>
              <a:rPr lang="en-US" sz="4000" dirty="0" err="1" smtClean="0">
                <a:solidFill>
                  <a:srgbClr val="008000"/>
                </a:solidFill>
              </a:rPr>
              <a:t>trả</a:t>
            </a:r>
            <a:r>
              <a:rPr lang="en-US" sz="4000" dirty="0" smtClean="0">
                <a:solidFill>
                  <a:srgbClr val="008000"/>
                </a:solidFill>
              </a:rPr>
              <a:t> </a:t>
            </a:r>
            <a:r>
              <a:rPr lang="en-US" sz="4000" dirty="0" err="1" smtClean="0">
                <a:solidFill>
                  <a:srgbClr val="008000"/>
                </a:solidFill>
              </a:rPr>
              <a:t>lời</a:t>
            </a:r>
            <a:r>
              <a:rPr lang="en-US" sz="4000" dirty="0" smtClean="0">
                <a:solidFill>
                  <a:srgbClr val="008000"/>
                </a:solidFill>
              </a:rPr>
              <a:t> ở </a:t>
            </a:r>
            <a:r>
              <a:rPr lang="en-US" sz="4000" dirty="0" err="1" smtClean="0">
                <a:solidFill>
                  <a:srgbClr val="008000"/>
                </a:solidFill>
              </a:rPr>
              <a:t>đây</a:t>
            </a:r>
            <a:endParaRPr lang="en-US" sz="4000" dirty="0">
              <a:solidFill>
                <a:srgbClr val="008000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36069838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3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6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6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600" fill="hold">
                                          <p:stCondLst>
                                            <p:cond delay="18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600" fill="hold">
                                          <p:stCondLst>
                                            <p:cond delay="24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347"/>
            <a:ext cx="12192000" cy="6854653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7265" y="331578"/>
            <a:ext cx="9161270" cy="5385252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 cstate="print">
            <a:extLst>
              <a:ext uri="{BEBA8EAE-BF5A-486C-A8C5-ECC9F3942E4B}">
                <a14:imgProps xmlns="" xmlns:a14="http://schemas.microsoft.com/office/drawing/2010/main">
                  <a14:imgLayer r:embed="rId5">
                    <a14:imgEffect>
                      <a14:backgroundRemoval t="0" b="100000" l="0" r="100000"/>
                    </a14:imgEffect>
                  </a14:imgLayer>
                </a14:imgProps>
              </a:ex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71586" y="5899552"/>
            <a:ext cx="2644214" cy="889642"/>
          </a:xfrm>
          <a:prstGeom prst="rect">
            <a:avLst/>
          </a:prstGeom>
        </p:spPr>
      </p:pic>
      <p:pic>
        <p:nvPicPr>
          <p:cNvPr id="5" name="Picture 4">
            <a:hlinkClick r:id="rId6" action="ppaction://hlinksldjump"/>
          </p:cNvPr>
          <p:cNvPicPr>
            <a:picLocks noChangeAspect="1"/>
          </p:cNvPicPr>
          <p:nvPr/>
        </p:nvPicPr>
        <p:blipFill>
          <a:blip r:embed="rId7" cstate="print">
            <a:extLst>
              <a:ext uri="{BEBA8EAE-BF5A-486C-A8C5-ECC9F3942E4B}">
                <a14:imgProps xmlns="" xmlns:a14="http://schemas.microsoft.com/office/drawing/2010/main">
                  <a14:imgLayer r:embed="rId8">
                    <a14:imgEffect>
                      <a14:backgroundRemoval t="0" b="100000" l="0" r="100000">
                        <a14:backgroundMark x1="37937" y1="83556" x2="40559" y2="85277"/>
                        <a14:backgroundMark x1="62937" y1="82792" x2="60490" y2="8489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06986" y="4832308"/>
            <a:ext cx="1934194" cy="176904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05292" y="1172245"/>
            <a:ext cx="570521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 err="1" smtClean="0">
                <a:solidFill>
                  <a:srgbClr val="0000FF"/>
                </a:solidFill>
              </a:rPr>
              <a:t>Thầy</a:t>
            </a:r>
            <a:r>
              <a:rPr lang="en-US" sz="4000" dirty="0" smtClean="0">
                <a:solidFill>
                  <a:srgbClr val="0000FF"/>
                </a:solidFill>
              </a:rPr>
              <a:t> </a:t>
            </a:r>
            <a:r>
              <a:rPr lang="en-US" sz="4000" dirty="0" err="1" smtClean="0">
                <a:solidFill>
                  <a:srgbClr val="0000FF"/>
                </a:solidFill>
              </a:rPr>
              <a:t>cô</a:t>
            </a:r>
            <a:r>
              <a:rPr lang="en-US" sz="4000" dirty="0" smtClean="0">
                <a:solidFill>
                  <a:srgbClr val="0000FF"/>
                </a:solidFill>
              </a:rPr>
              <a:t> </a:t>
            </a:r>
            <a:r>
              <a:rPr lang="en-US" sz="4000" dirty="0" err="1" smtClean="0">
                <a:solidFill>
                  <a:srgbClr val="0000FF"/>
                </a:solidFill>
              </a:rPr>
              <a:t>điền</a:t>
            </a:r>
            <a:r>
              <a:rPr lang="en-US" sz="4000" dirty="0" smtClean="0">
                <a:solidFill>
                  <a:srgbClr val="0000FF"/>
                </a:solidFill>
              </a:rPr>
              <a:t> </a:t>
            </a:r>
            <a:r>
              <a:rPr lang="en-US" sz="4000" dirty="0" err="1" smtClean="0">
                <a:solidFill>
                  <a:srgbClr val="0000FF"/>
                </a:solidFill>
              </a:rPr>
              <a:t>câu</a:t>
            </a:r>
            <a:r>
              <a:rPr lang="en-US" sz="4000" dirty="0" smtClean="0">
                <a:solidFill>
                  <a:srgbClr val="0000FF"/>
                </a:solidFill>
              </a:rPr>
              <a:t> </a:t>
            </a:r>
            <a:r>
              <a:rPr lang="en-US" sz="4000" dirty="0" err="1" smtClean="0">
                <a:solidFill>
                  <a:srgbClr val="0000FF"/>
                </a:solidFill>
              </a:rPr>
              <a:t>hỏi</a:t>
            </a:r>
            <a:r>
              <a:rPr lang="en-US" sz="4000" dirty="0" smtClean="0">
                <a:solidFill>
                  <a:srgbClr val="0000FF"/>
                </a:solidFill>
              </a:rPr>
              <a:t> ở </a:t>
            </a:r>
            <a:r>
              <a:rPr lang="en-US" sz="4000" dirty="0" err="1" smtClean="0">
                <a:solidFill>
                  <a:srgbClr val="0000FF"/>
                </a:solidFill>
              </a:rPr>
              <a:t>đây</a:t>
            </a:r>
            <a:endParaRPr lang="en-US" sz="4000" dirty="0">
              <a:solidFill>
                <a:srgbClr val="0000FF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069864" y="3849188"/>
            <a:ext cx="627979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 err="1" smtClean="0">
                <a:solidFill>
                  <a:srgbClr val="008000"/>
                </a:solidFill>
              </a:rPr>
              <a:t>Thầy</a:t>
            </a:r>
            <a:r>
              <a:rPr lang="en-US" sz="4000" dirty="0" smtClean="0">
                <a:solidFill>
                  <a:srgbClr val="008000"/>
                </a:solidFill>
              </a:rPr>
              <a:t> </a:t>
            </a:r>
            <a:r>
              <a:rPr lang="en-US" sz="4000" dirty="0" err="1" smtClean="0">
                <a:solidFill>
                  <a:srgbClr val="008000"/>
                </a:solidFill>
              </a:rPr>
              <a:t>cô</a:t>
            </a:r>
            <a:r>
              <a:rPr lang="en-US" sz="4000" dirty="0" smtClean="0">
                <a:solidFill>
                  <a:srgbClr val="008000"/>
                </a:solidFill>
              </a:rPr>
              <a:t> </a:t>
            </a:r>
            <a:r>
              <a:rPr lang="en-US" sz="4000" dirty="0" err="1" smtClean="0">
                <a:solidFill>
                  <a:srgbClr val="008000"/>
                </a:solidFill>
              </a:rPr>
              <a:t>điền</a:t>
            </a:r>
            <a:r>
              <a:rPr lang="en-US" sz="4000" dirty="0" smtClean="0">
                <a:solidFill>
                  <a:srgbClr val="008000"/>
                </a:solidFill>
              </a:rPr>
              <a:t> </a:t>
            </a:r>
            <a:r>
              <a:rPr lang="en-US" sz="4000" dirty="0" err="1" smtClean="0">
                <a:solidFill>
                  <a:srgbClr val="008000"/>
                </a:solidFill>
              </a:rPr>
              <a:t>câu</a:t>
            </a:r>
            <a:r>
              <a:rPr lang="en-US" sz="4000" dirty="0" smtClean="0">
                <a:solidFill>
                  <a:srgbClr val="008000"/>
                </a:solidFill>
              </a:rPr>
              <a:t> </a:t>
            </a:r>
            <a:r>
              <a:rPr lang="en-US" sz="4000" dirty="0" err="1" smtClean="0">
                <a:solidFill>
                  <a:srgbClr val="008000"/>
                </a:solidFill>
              </a:rPr>
              <a:t>trả</a:t>
            </a:r>
            <a:r>
              <a:rPr lang="en-US" sz="4000" dirty="0" smtClean="0">
                <a:solidFill>
                  <a:srgbClr val="008000"/>
                </a:solidFill>
              </a:rPr>
              <a:t> </a:t>
            </a:r>
            <a:r>
              <a:rPr lang="en-US" sz="4000" dirty="0" err="1" smtClean="0">
                <a:solidFill>
                  <a:srgbClr val="008000"/>
                </a:solidFill>
              </a:rPr>
              <a:t>lời</a:t>
            </a:r>
            <a:r>
              <a:rPr lang="en-US" sz="4000" dirty="0" smtClean="0">
                <a:solidFill>
                  <a:srgbClr val="008000"/>
                </a:solidFill>
              </a:rPr>
              <a:t> ở </a:t>
            </a:r>
            <a:r>
              <a:rPr lang="en-US" sz="4000" dirty="0" err="1" smtClean="0">
                <a:solidFill>
                  <a:srgbClr val="008000"/>
                </a:solidFill>
              </a:rPr>
              <a:t>đây</a:t>
            </a:r>
            <a:endParaRPr lang="en-US" sz="4000" dirty="0">
              <a:solidFill>
                <a:srgbClr val="008000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38196627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3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6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6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600" fill="hold">
                                          <p:stCondLst>
                                            <p:cond delay="18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600" fill="hold">
                                          <p:stCondLst>
                                            <p:cond delay="24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347"/>
            <a:ext cx="12192000" cy="6854653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7265" y="331578"/>
            <a:ext cx="9161270" cy="5385252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 cstate="print">
            <a:extLst>
              <a:ext uri="{BEBA8EAE-BF5A-486C-A8C5-ECC9F3942E4B}">
                <a14:imgProps xmlns="" xmlns:a14="http://schemas.microsoft.com/office/drawing/2010/main">
                  <a14:imgLayer r:embed="rId5">
                    <a14:imgEffect>
                      <a14:backgroundRemoval t="0" b="100000" l="0" r="100000">
                        <a14:foregroundMark x1="79691" y1="88450" x2="80271" y2="94225"/>
                        <a14:foregroundMark x1="80271" y1="89362" x2="56673" y2="89058"/>
                        <a14:foregroundMark x1="89168" y1="90274" x2="64023" y2="94529"/>
                        <a14:foregroundMark x1="95551" y1="78116" x2="52805" y2="87234"/>
                        <a14:foregroundMark x1="50870" y1="73860" x2="11992" y2="85714"/>
                        <a14:foregroundMark x1="10251" y1="68997" x2="38104" y2="88754"/>
                        <a14:foregroundMark x1="9671" y1="10942" x2="51451" y2="17021"/>
                        <a14:foregroundMark x1="39458" y1="8207" x2="2128" y2="24012"/>
                        <a14:foregroundMark x1="12186" y1="14286" x2="31721" y2="10638"/>
                        <a14:foregroundMark x1="19149" y1="9726" x2="16441" y2="17933"/>
                        <a14:foregroundMark x1="41973" y1="10334" x2="46422" y2="17021"/>
                        <a14:foregroundMark x1="56673" y1="6079" x2="90716" y2="2736"/>
                        <a14:foregroundMark x1="93424" y1="5471" x2="88781" y2="13982"/>
                        <a14:foregroundMark x1="98066" y1="32523" x2="97292" y2="61398"/>
                        <a14:foregroundMark x1="75242" y1="89970" x2="66538" y2="94529"/>
                        <a14:foregroundMark x1="8897" y1="45593" x2="0" y2="66869"/>
                        <a14:foregroundMark x1="1547" y1="41945" x2="1354" y2="68085"/>
                        <a14:foregroundMark x1="60542" y1="2736" x2="86847" y2="1824"/>
                        <a14:foregroundMark x1="93424" y1="1520" x2="70019" y2="912"/>
                        <a14:foregroundMark x1="93424" y1="35562" x2="99807" y2="57447"/>
                        <a14:foregroundMark x1="59961" y1="75076" x2="10445" y2="82675"/>
                        <a14:foregroundMark x1="45648" y1="83587" x2="13540" y2="80851"/>
                        <a14:foregroundMark x1="16248" y1="64742" x2="10445" y2="78419"/>
                        <a14:foregroundMark x1="19729" y1="69605" x2="16634" y2="86018"/>
                        <a14:foregroundMark x1="11412" y1="65957" x2="9284" y2="7325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40561" y="5284626"/>
            <a:ext cx="2472444" cy="1573374"/>
          </a:xfrm>
          <a:prstGeom prst="rect">
            <a:avLst/>
          </a:prstGeom>
        </p:spPr>
      </p:pic>
      <p:pic>
        <p:nvPicPr>
          <p:cNvPr id="5" name="Picture 4">
            <a:hlinkClick r:id="rId6" action="ppaction://hlinksldjump"/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="" xmlns:a14="http://schemas.microsoft.com/office/drawing/2010/main">
                  <a14:imgLayer r:embed="rId8">
                    <a14:imgEffect>
                      <a14:backgroundRemoval t="0" b="100000" l="0" r="100000">
                        <a14:foregroundMark x1="31065" y1="7619" x2="49704" y2="36508"/>
                        <a14:foregroundMark x1="65976" y1="6032" x2="51775" y2="26349"/>
                        <a14:foregroundMark x1="35503" y1="7302" x2="65976" y2="6984"/>
                        <a14:foregroundMark x1="38166" y1="31111" x2="69822" y2="3301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82179" y="4617950"/>
            <a:ext cx="2050332" cy="191081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05292" y="1172245"/>
            <a:ext cx="570521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 err="1" smtClean="0">
                <a:solidFill>
                  <a:srgbClr val="0000FF"/>
                </a:solidFill>
              </a:rPr>
              <a:t>Thầy</a:t>
            </a:r>
            <a:r>
              <a:rPr lang="en-US" sz="4000" dirty="0" smtClean="0">
                <a:solidFill>
                  <a:srgbClr val="0000FF"/>
                </a:solidFill>
              </a:rPr>
              <a:t> </a:t>
            </a:r>
            <a:r>
              <a:rPr lang="en-US" sz="4000" dirty="0" err="1" smtClean="0">
                <a:solidFill>
                  <a:srgbClr val="0000FF"/>
                </a:solidFill>
              </a:rPr>
              <a:t>cô</a:t>
            </a:r>
            <a:r>
              <a:rPr lang="en-US" sz="4000" dirty="0" smtClean="0">
                <a:solidFill>
                  <a:srgbClr val="0000FF"/>
                </a:solidFill>
              </a:rPr>
              <a:t> </a:t>
            </a:r>
            <a:r>
              <a:rPr lang="en-US" sz="4000" dirty="0" err="1" smtClean="0">
                <a:solidFill>
                  <a:srgbClr val="0000FF"/>
                </a:solidFill>
              </a:rPr>
              <a:t>điền</a:t>
            </a:r>
            <a:r>
              <a:rPr lang="en-US" sz="4000" dirty="0" smtClean="0">
                <a:solidFill>
                  <a:srgbClr val="0000FF"/>
                </a:solidFill>
              </a:rPr>
              <a:t> </a:t>
            </a:r>
            <a:r>
              <a:rPr lang="en-US" sz="4000" dirty="0" err="1" smtClean="0">
                <a:solidFill>
                  <a:srgbClr val="0000FF"/>
                </a:solidFill>
              </a:rPr>
              <a:t>câu</a:t>
            </a:r>
            <a:r>
              <a:rPr lang="en-US" sz="4000" dirty="0" smtClean="0">
                <a:solidFill>
                  <a:srgbClr val="0000FF"/>
                </a:solidFill>
              </a:rPr>
              <a:t> </a:t>
            </a:r>
            <a:r>
              <a:rPr lang="en-US" sz="4000" dirty="0" err="1" smtClean="0">
                <a:solidFill>
                  <a:srgbClr val="0000FF"/>
                </a:solidFill>
              </a:rPr>
              <a:t>hỏi</a:t>
            </a:r>
            <a:r>
              <a:rPr lang="en-US" sz="4000" dirty="0" smtClean="0">
                <a:solidFill>
                  <a:srgbClr val="0000FF"/>
                </a:solidFill>
              </a:rPr>
              <a:t> ở </a:t>
            </a:r>
            <a:r>
              <a:rPr lang="en-US" sz="4000" dirty="0" err="1" smtClean="0">
                <a:solidFill>
                  <a:srgbClr val="0000FF"/>
                </a:solidFill>
              </a:rPr>
              <a:t>đây</a:t>
            </a:r>
            <a:endParaRPr lang="en-US" sz="4000" dirty="0">
              <a:solidFill>
                <a:srgbClr val="0000FF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069864" y="3849188"/>
            <a:ext cx="627979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 err="1" smtClean="0">
                <a:solidFill>
                  <a:srgbClr val="008000"/>
                </a:solidFill>
              </a:rPr>
              <a:t>Thầy</a:t>
            </a:r>
            <a:r>
              <a:rPr lang="en-US" sz="4000" dirty="0" smtClean="0">
                <a:solidFill>
                  <a:srgbClr val="008000"/>
                </a:solidFill>
              </a:rPr>
              <a:t> </a:t>
            </a:r>
            <a:r>
              <a:rPr lang="en-US" sz="4000" dirty="0" err="1" smtClean="0">
                <a:solidFill>
                  <a:srgbClr val="008000"/>
                </a:solidFill>
              </a:rPr>
              <a:t>cô</a:t>
            </a:r>
            <a:r>
              <a:rPr lang="en-US" sz="4000" dirty="0" smtClean="0">
                <a:solidFill>
                  <a:srgbClr val="008000"/>
                </a:solidFill>
              </a:rPr>
              <a:t> </a:t>
            </a:r>
            <a:r>
              <a:rPr lang="en-US" sz="4000" dirty="0" err="1" smtClean="0">
                <a:solidFill>
                  <a:srgbClr val="008000"/>
                </a:solidFill>
              </a:rPr>
              <a:t>điền</a:t>
            </a:r>
            <a:r>
              <a:rPr lang="en-US" sz="4000" dirty="0" smtClean="0">
                <a:solidFill>
                  <a:srgbClr val="008000"/>
                </a:solidFill>
              </a:rPr>
              <a:t> </a:t>
            </a:r>
            <a:r>
              <a:rPr lang="en-US" sz="4000" dirty="0" err="1" smtClean="0">
                <a:solidFill>
                  <a:srgbClr val="008000"/>
                </a:solidFill>
              </a:rPr>
              <a:t>câu</a:t>
            </a:r>
            <a:r>
              <a:rPr lang="en-US" sz="4000" dirty="0" smtClean="0">
                <a:solidFill>
                  <a:srgbClr val="008000"/>
                </a:solidFill>
              </a:rPr>
              <a:t> </a:t>
            </a:r>
            <a:r>
              <a:rPr lang="en-US" sz="4000" dirty="0" err="1" smtClean="0">
                <a:solidFill>
                  <a:srgbClr val="008000"/>
                </a:solidFill>
              </a:rPr>
              <a:t>trả</a:t>
            </a:r>
            <a:r>
              <a:rPr lang="en-US" sz="4000" dirty="0" smtClean="0">
                <a:solidFill>
                  <a:srgbClr val="008000"/>
                </a:solidFill>
              </a:rPr>
              <a:t> </a:t>
            </a:r>
            <a:r>
              <a:rPr lang="en-US" sz="4000" dirty="0" err="1" smtClean="0">
                <a:solidFill>
                  <a:srgbClr val="008000"/>
                </a:solidFill>
              </a:rPr>
              <a:t>lời</a:t>
            </a:r>
            <a:r>
              <a:rPr lang="en-US" sz="4000" dirty="0" smtClean="0">
                <a:solidFill>
                  <a:srgbClr val="008000"/>
                </a:solidFill>
              </a:rPr>
              <a:t> ở </a:t>
            </a:r>
            <a:r>
              <a:rPr lang="en-US" sz="4000" dirty="0" err="1" smtClean="0">
                <a:solidFill>
                  <a:srgbClr val="008000"/>
                </a:solidFill>
              </a:rPr>
              <a:t>đây</a:t>
            </a:r>
            <a:endParaRPr lang="en-US" sz="4000" dirty="0">
              <a:solidFill>
                <a:srgbClr val="008000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28299249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3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6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6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600" fill="hold">
                                          <p:stCondLst>
                                            <p:cond delay="18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600" fill="hold">
                                          <p:stCondLst>
                                            <p:cond delay="24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347"/>
            <a:ext cx="12192000" cy="6854653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7265" y="331578"/>
            <a:ext cx="9161270" cy="5385252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 cstate="print">
            <a:extLst>
              <a:ext uri="{BEBA8EAE-BF5A-486C-A8C5-ECC9F3942E4B}">
                <a14:imgProps xmlns="" xmlns:a14="http://schemas.microsoft.com/office/drawing/2010/main">
                  <a14:imgLayer r:embed="rId5">
                    <a14:imgEffect>
                      <a14:backgroundRemoval t="0" b="100000" l="0" r="100000"/>
                    </a14:imgEffect>
                  </a14:imgLayer>
                </a14:imgProps>
              </a:ex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95088" y="5883338"/>
            <a:ext cx="2896912" cy="974662"/>
          </a:xfrm>
          <a:prstGeom prst="rect">
            <a:avLst/>
          </a:prstGeom>
        </p:spPr>
      </p:pic>
      <p:pic>
        <p:nvPicPr>
          <p:cNvPr id="5" name="Picture 4">
            <a:hlinkClick r:id="rId6" action="ppaction://hlinksldjump"/>
          </p:cNvPr>
          <p:cNvPicPr>
            <a:picLocks noChangeAspect="1"/>
          </p:cNvPicPr>
          <p:nvPr/>
        </p:nvPicPr>
        <p:blipFill>
          <a:blip r:embed="rId7" cstate="print">
            <a:extLst>
              <a:ext uri="{BEBA8EAE-BF5A-486C-A8C5-ECC9F3942E4B}">
                <a14:imgProps xmlns="" xmlns:a14="http://schemas.microsoft.com/office/drawing/2010/main">
                  <a14:imgLayer r:embed="rId8">
                    <a14:imgEffect>
                      <a14:backgroundRemoval t="0" b="100000" l="0" r="100000">
                        <a14:foregroundMark x1="21649" y1="16824" x2="16348" y2="29206"/>
                        <a14:foregroundMark x1="43594" y1="6326" x2="53314" y2="1776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27471" y="4617668"/>
            <a:ext cx="1800474" cy="19701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05292" y="1172245"/>
            <a:ext cx="570521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 err="1" smtClean="0">
                <a:solidFill>
                  <a:srgbClr val="0000FF"/>
                </a:solidFill>
              </a:rPr>
              <a:t>Thầy</a:t>
            </a:r>
            <a:r>
              <a:rPr lang="en-US" sz="4000" dirty="0" smtClean="0">
                <a:solidFill>
                  <a:srgbClr val="0000FF"/>
                </a:solidFill>
              </a:rPr>
              <a:t> </a:t>
            </a:r>
            <a:r>
              <a:rPr lang="en-US" sz="4000" dirty="0" err="1" smtClean="0">
                <a:solidFill>
                  <a:srgbClr val="0000FF"/>
                </a:solidFill>
              </a:rPr>
              <a:t>cô</a:t>
            </a:r>
            <a:r>
              <a:rPr lang="en-US" sz="4000" dirty="0" smtClean="0">
                <a:solidFill>
                  <a:srgbClr val="0000FF"/>
                </a:solidFill>
              </a:rPr>
              <a:t> </a:t>
            </a:r>
            <a:r>
              <a:rPr lang="en-US" sz="4000" dirty="0" err="1" smtClean="0">
                <a:solidFill>
                  <a:srgbClr val="0000FF"/>
                </a:solidFill>
              </a:rPr>
              <a:t>điền</a:t>
            </a:r>
            <a:r>
              <a:rPr lang="en-US" sz="4000" dirty="0" smtClean="0">
                <a:solidFill>
                  <a:srgbClr val="0000FF"/>
                </a:solidFill>
              </a:rPr>
              <a:t> </a:t>
            </a:r>
            <a:r>
              <a:rPr lang="en-US" sz="4000" dirty="0" err="1" smtClean="0">
                <a:solidFill>
                  <a:srgbClr val="0000FF"/>
                </a:solidFill>
              </a:rPr>
              <a:t>câu</a:t>
            </a:r>
            <a:r>
              <a:rPr lang="en-US" sz="4000" dirty="0" smtClean="0">
                <a:solidFill>
                  <a:srgbClr val="0000FF"/>
                </a:solidFill>
              </a:rPr>
              <a:t> </a:t>
            </a:r>
            <a:r>
              <a:rPr lang="en-US" sz="4000" dirty="0" err="1" smtClean="0">
                <a:solidFill>
                  <a:srgbClr val="0000FF"/>
                </a:solidFill>
              </a:rPr>
              <a:t>hỏi</a:t>
            </a:r>
            <a:r>
              <a:rPr lang="en-US" sz="4000" dirty="0" smtClean="0">
                <a:solidFill>
                  <a:srgbClr val="0000FF"/>
                </a:solidFill>
              </a:rPr>
              <a:t> ở </a:t>
            </a:r>
            <a:r>
              <a:rPr lang="en-US" sz="4000" dirty="0" err="1" smtClean="0">
                <a:solidFill>
                  <a:srgbClr val="0000FF"/>
                </a:solidFill>
              </a:rPr>
              <a:t>đây</a:t>
            </a:r>
            <a:endParaRPr lang="en-US" sz="4000" dirty="0">
              <a:solidFill>
                <a:srgbClr val="0000FF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069864" y="3849188"/>
            <a:ext cx="627979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 err="1" smtClean="0">
                <a:solidFill>
                  <a:srgbClr val="008000"/>
                </a:solidFill>
              </a:rPr>
              <a:t>Thầy</a:t>
            </a:r>
            <a:r>
              <a:rPr lang="en-US" sz="4000" dirty="0" smtClean="0">
                <a:solidFill>
                  <a:srgbClr val="008000"/>
                </a:solidFill>
              </a:rPr>
              <a:t> </a:t>
            </a:r>
            <a:r>
              <a:rPr lang="en-US" sz="4000" dirty="0" err="1" smtClean="0">
                <a:solidFill>
                  <a:srgbClr val="008000"/>
                </a:solidFill>
              </a:rPr>
              <a:t>cô</a:t>
            </a:r>
            <a:r>
              <a:rPr lang="en-US" sz="4000" dirty="0" smtClean="0">
                <a:solidFill>
                  <a:srgbClr val="008000"/>
                </a:solidFill>
              </a:rPr>
              <a:t> </a:t>
            </a:r>
            <a:r>
              <a:rPr lang="en-US" sz="4000" dirty="0" err="1" smtClean="0">
                <a:solidFill>
                  <a:srgbClr val="008000"/>
                </a:solidFill>
              </a:rPr>
              <a:t>điền</a:t>
            </a:r>
            <a:r>
              <a:rPr lang="en-US" sz="4000" dirty="0" smtClean="0">
                <a:solidFill>
                  <a:srgbClr val="008000"/>
                </a:solidFill>
              </a:rPr>
              <a:t> </a:t>
            </a:r>
            <a:r>
              <a:rPr lang="en-US" sz="4000" dirty="0" err="1" smtClean="0">
                <a:solidFill>
                  <a:srgbClr val="008000"/>
                </a:solidFill>
              </a:rPr>
              <a:t>câu</a:t>
            </a:r>
            <a:r>
              <a:rPr lang="en-US" sz="4000" dirty="0" smtClean="0">
                <a:solidFill>
                  <a:srgbClr val="008000"/>
                </a:solidFill>
              </a:rPr>
              <a:t> </a:t>
            </a:r>
            <a:r>
              <a:rPr lang="en-US" sz="4000" dirty="0" err="1" smtClean="0">
                <a:solidFill>
                  <a:srgbClr val="008000"/>
                </a:solidFill>
              </a:rPr>
              <a:t>trả</a:t>
            </a:r>
            <a:r>
              <a:rPr lang="en-US" sz="4000" dirty="0" smtClean="0">
                <a:solidFill>
                  <a:srgbClr val="008000"/>
                </a:solidFill>
              </a:rPr>
              <a:t> </a:t>
            </a:r>
            <a:r>
              <a:rPr lang="en-US" sz="4000" dirty="0" err="1" smtClean="0">
                <a:solidFill>
                  <a:srgbClr val="008000"/>
                </a:solidFill>
              </a:rPr>
              <a:t>lời</a:t>
            </a:r>
            <a:r>
              <a:rPr lang="en-US" sz="4000" dirty="0" smtClean="0">
                <a:solidFill>
                  <a:srgbClr val="008000"/>
                </a:solidFill>
              </a:rPr>
              <a:t> ở </a:t>
            </a:r>
            <a:r>
              <a:rPr lang="en-US" sz="4000" dirty="0" err="1" smtClean="0">
                <a:solidFill>
                  <a:srgbClr val="008000"/>
                </a:solidFill>
              </a:rPr>
              <a:t>đây</a:t>
            </a:r>
            <a:endParaRPr lang="en-US" sz="4000" dirty="0">
              <a:solidFill>
                <a:srgbClr val="008000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20628205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3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6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6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600" fill="hold">
                                          <p:stCondLst>
                                            <p:cond delay="18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600" fill="hold">
                                          <p:stCondLst>
                                            <p:cond delay="24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Đây</a:t>
            </a:r>
            <a:r>
              <a:rPr lang="en-US" dirty="0" smtClean="0"/>
              <a:t> </a:t>
            </a:r>
            <a:r>
              <a:rPr lang="en-US" dirty="0" err="1" smtClean="0"/>
              <a:t>là</a:t>
            </a:r>
            <a:r>
              <a:rPr lang="en-US" dirty="0" smtClean="0"/>
              <a:t> 1 </a:t>
            </a:r>
            <a:r>
              <a:rPr lang="en-US" dirty="0" err="1" smtClean="0"/>
              <a:t>trong</a:t>
            </a:r>
            <a:r>
              <a:rPr lang="en-US" dirty="0" smtClean="0"/>
              <a:t> 45 </a:t>
            </a:r>
            <a:r>
              <a:rPr lang="en-US" dirty="0" err="1" smtClean="0"/>
              <a:t>bộ</a:t>
            </a:r>
            <a:r>
              <a:rPr lang="en-US" dirty="0" smtClean="0"/>
              <a:t> </a:t>
            </a:r>
            <a:r>
              <a:rPr lang="en-US" dirty="0" err="1" smtClean="0"/>
              <a:t>trò</a:t>
            </a:r>
            <a:r>
              <a:rPr lang="en-US" dirty="0" smtClean="0"/>
              <a:t> </a:t>
            </a:r>
            <a:r>
              <a:rPr lang="en-US" dirty="0" err="1" smtClean="0"/>
              <a:t>chơi</a:t>
            </a:r>
            <a:r>
              <a:rPr lang="en-US" dirty="0" smtClean="0"/>
              <a:t>, </a:t>
            </a:r>
            <a:r>
              <a:rPr lang="en-US" dirty="0" err="1" smtClean="0"/>
              <a:t>thầy</a:t>
            </a:r>
            <a:r>
              <a:rPr lang="en-US" dirty="0" smtClean="0"/>
              <a:t> </a:t>
            </a:r>
            <a:r>
              <a:rPr lang="en-US" dirty="0" err="1" smtClean="0"/>
              <a:t>cô</a:t>
            </a:r>
            <a:r>
              <a:rPr lang="en-US" dirty="0" smtClean="0"/>
              <a:t> </a:t>
            </a:r>
            <a:r>
              <a:rPr lang="en-US" dirty="0" err="1" smtClean="0"/>
              <a:t>có</a:t>
            </a:r>
            <a:r>
              <a:rPr lang="en-US" dirty="0" smtClean="0"/>
              <a:t> </a:t>
            </a:r>
            <a:r>
              <a:rPr lang="en-US" dirty="0" err="1" smtClean="0"/>
              <a:t>nhu</a:t>
            </a:r>
            <a:r>
              <a:rPr lang="en-US" dirty="0" smtClean="0"/>
              <a:t> </a:t>
            </a:r>
            <a:r>
              <a:rPr lang="en-US" dirty="0" err="1" smtClean="0"/>
              <a:t>cầu</a:t>
            </a:r>
            <a:r>
              <a:rPr lang="en-US" dirty="0" smtClean="0"/>
              <a:t> </a:t>
            </a:r>
            <a:r>
              <a:rPr lang="en-US" dirty="0" err="1" smtClean="0"/>
              <a:t>mua</a:t>
            </a:r>
            <a:r>
              <a:rPr lang="en-US" dirty="0" smtClean="0"/>
              <a:t> </a:t>
            </a:r>
            <a:r>
              <a:rPr lang="en-US" dirty="0" err="1" smtClean="0"/>
              <a:t>bộ</a:t>
            </a:r>
            <a:r>
              <a:rPr lang="en-US" dirty="0" smtClean="0"/>
              <a:t> 45 </a:t>
            </a:r>
            <a:r>
              <a:rPr lang="en-US" dirty="0" err="1" smtClean="0"/>
              <a:t>trò</a:t>
            </a:r>
            <a:r>
              <a:rPr lang="en-US" dirty="0" smtClean="0"/>
              <a:t> </a:t>
            </a:r>
            <a:r>
              <a:rPr lang="en-US" dirty="0" err="1" smtClean="0"/>
              <a:t>chơi</a:t>
            </a:r>
            <a:r>
              <a:rPr lang="en-US" dirty="0" smtClean="0"/>
              <a:t> </a:t>
            </a:r>
            <a:r>
              <a:rPr lang="en-US" dirty="0" err="1" smtClean="0"/>
              <a:t>kiểu</a:t>
            </a:r>
            <a:r>
              <a:rPr lang="en-US" dirty="0" smtClean="0"/>
              <a:t> </a:t>
            </a:r>
            <a:r>
              <a:rPr lang="en-US" dirty="0" err="1" smtClean="0"/>
              <a:t>này</a:t>
            </a:r>
            <a:r>
              <a:rPr lang="en-US" dirty="0" smtClean="0"/>
              <a:t> </a:t>
            </a:r>
            <a:r>
              <a:rPr lang="en-US" dirty="0" err="1" smtClean="0"/>
              <a:t>liên</a:t>
            </a:r>
            <a:r>
              <a:rPr lang="en-US" dirty="0" smtClean="0"/>
              <a:t> </a:t>
            </a:r>
            <a:r>
              <a:rPr lang="en-US" dirty="0" err="1" smtClean="0"/>
              <a:t>hệ</a:t>
            </a:r>
            <a:r>
              <a:rPr lang="en-US" dirty="0" smtClean="0"/>
              <a:t> 0981631258</a:t>
            </a:r>
            <a:r>
              <a:rPr lang="en-US" b="1" dirty="0" smtClean="0">
                <a:solidFill>
                  <a:srgbClr val="FF0000"/>
                </a:solidFill>
              </a:rPr>
              <a:t>(</a:t>
            </a:r>
            <a:r>
              <a:rPr lang="en-US" b="1" dirty="0" err="1" smtClean="0">
                <a:solidFill>
                  <a:srgbClr val="FF0000"/>
                </a:solidFill>
              </a:rPr>
              <a:t>Có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</a:rPr>
              <a:t>Zalo</a:t>
            </a:r>
            <a:r>
              <a:rPr lang="en-US" b="1" smtClean="0">
                <a:solidFill>
                  <a:srgbClr val="FF0000"/>
                </a:solidFill>
              </a:rPr>
              <a:t>)</a:t>
            </a:r>
            <a:endParaRPr lang="en-US" dirty="0" smtClean="0"/>
          </a:p>
          <a:p>
            <a:r>
              <a:rPr lang="en-US" dirty="0" err="1" smtClean="0"/>
              <a:t>Giá</a:t>
            </a:r>
            <a:r>
              <a:rPr lang="en-US" dirty="0" smtClean="0"/>
              <a:t> 200k/45 </a:t>
            </a:r>
            <a:r>
              <a:rPr lang="en-US" dirty="0" err="1" smtClean="0"/>
              <a:t>trò</a:t>
            </a:r>
            <a:r>
              <a:rPr lang="en-US" dirty="0" smtClean="0"/>
              <a:t> </a:t>
            </a:r>
            <a:r>
              <a:rPr lang="en-US" dirty="0" err="1" smtClean="0"/>
              <a:t>chơi</a:t>
            </a:r>
            <a:r>
              <a:rPr lang="en-US" dirty="0" smtClean="0"/>
              <a:t>, </a:t>
            </a:r>
            <a:r>
              <a:rPr lang="en-US" dirty="0" err="1" smtClean="0"/>
              <a:t>đủ</a:t>
            </a:r>
            <a:r>
              <a:rPr lang="en-US" dirty="0" smtClean="0"/>
              <a:t> </a:t>
            </a:r>
            <a:r>
              <a:rPr lang="en-US" dirty="0" err="1" smtClean="0"/>
              <a:t>loại</a:t>
            </a:r>
            <a:r>
              <a:rPr lang="en-US" dirty="0" smtClean="0"/>
              <a:t> </a:t>
            </a:r>
            <a:r>
              <a:rPr lang="en-US" dirty="0" err="1" smtClean="0"/>
              <a:t>phù</a:t>
            </a:r>
            <a:r>
              <a:rPr lang="en-US" dirty="0" smtClean="0"/>
              <a:t> </a:t>
            </a:r>
            <a:r>
              <a:rPr lang="en-US" dirty="0" err="1" smtClean="0"/>
              <a:t>hợp</a:t>
            </a:r>
            <a:r>
              <a:rPr lang="en-US" dirty="0" smtClean="0"/>
              <a:t> </a:t>
            </a:r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môn</a:t>
            </a:r>
            <a:r>
              <a:rPr lang="en-US" dirty="0" smtClean="0"/>
              <a:t> </a:t>
            </a:r>
            <a:r>
              <a:rPr lang="en-US" dirty="0" err="1" smtClean="0"/>
              <a:t>dạy</a:t>
            </a:r>
            <a:r>
              <a:rPr lang="en-US" dirty="0" smtClean="0"/>
              <a:t>, </a:t>
            </a:r>
            <a:r>
              <a:rPr lang="en-US" dirty="0" err="1" smtClean="0"/>
              <a:t>chỉ</a:t>
            </a:r>
            <a:r>
              <a:rPr lang="en-US" dirty="0" smtClean="0"/>
              <a:t> </a:t>
            </a:r>
            <a:r>
              <a:rPr lang="en-US" dirty="0" err="1" smtClean="0"/>
              <a:t>cần</a:t>
            </a:r>
            <a:r>
              <a:rPr lang="en-US" dirty="0" smtClean="0"/>
              <a:t> </a:t>
            </a:r>
            <a:r>
              <a:rPr lang="en-US" dirty="0" err="1" smtClean="0"/>
              <a:t>chèn</a:t>
            </a:r>
            <a:r>
              <a:rPr lang="en-US" dirty="0" smtClean="0"/>
              <a:t> </a:t>
            </a:r>
            <a:r>
              <a:rPr lang="en-US" dirty="0" err="1" smtClean="0"/>
              <a:t>nội</a:t>
            </a:r>
            <a:r>
              <a:rPr lang="en-US" dirty="0" smtClean="0"/>
              <a:t> dung </a:t>
            </a:r>
            <a:r>
              <a:rPr lang="en-US" dirty="0" err="1" smtClean="0"/>
              <a:t>vào</a:t>
            </a:r>
            <a:r>
              <a:rPr lang="en-US" dirty="0" smtClean="0"/>
              <a:t> </a:t>
            </a:r>
            <a:r>
              <a:rPr lang="en-US" dirty="0" err="1" smtClean="0"/>
              <a:t>là</a:t>
            </a:r>
            <a:r>
              <a:rPr lang="en-US" dirty="0" smtClean="0"/>
              <a:t> </a:t>
            </a:r>
            <a:r>
              <a:rPr lang="en-US" dirty="0" err="1" smtClean="0"/>
              <a:t>sử</a:t>
            </a:r>
            <a:r>
              <a:rPr lang="en-US" dirty="0" smtClean="0"/>
              <a:t> </a:t>
            </a:r>
            <a:r>
              <a:rPr lang="en-US" dirty="0" err="1" smtClean="0"/>
              <a:t>dụng</a:t>
            </a:r>
            <a:r>
              <a:rPr lang="en-US" dirty="0" smtClean="0"/>
              <a:t> </a:t>
            </a:r>
            <a:r>
              <a:rPr lang="en-US" dirty="0" err="1" smtClean="0"/>
              <a:t>được</a:t>
            </a:r>
            <a:r>
              <a:rPr lang="en-US" dirty="0" smtClean="0"/>
              <a:t>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</TotalTime>
  <Words>224</Words>
  <Application>Microsoft Office PowerPoint</Application>
  <PresentationFormat>Custom</PresentationFormat>
  <Paragraphs>33</Paragraphs>
  <Slides>13</Slides>
  <Notes>0</Notes>
  <HiddenSlides>0</HiddenSlides>
  <MMClips>1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Tuan Anh</dc:creator>
  <cp:lastModifiedBy>Dell</cp:lastModifiedBy>
  <cp:revision>30</cp:revision>
  <dcterms:created xsi:type="dcterms:W3CDTF">2018-08-07T02:06:19Z</dcterms:created>
  <dcterms:modified xsi:type="dcterms:W3CDTF">2019-11-06T22:30:46Z</dcterms:modified>
</cp:coreProperties>
</file>