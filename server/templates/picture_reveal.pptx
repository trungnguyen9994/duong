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6D43EBC-7066-425C-BBD9-6A97F2C4D0E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ABAB"/>
    <a:srgbClr val="C9A6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0" y="12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facebook.com/nkpowerskills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facebook.com/nkpowerskills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facebook.com/nkpowerskills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facebook.com/nkpowerskills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facebook.com/nkpowerskills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facebook.com/nkpowerskills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facebook.com/nkpowerskills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A327F-81D7-4126-85C5-15C0D509B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74B581-A09A-410F-BC05-62E1F9C735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574BAC-7B84-458D-9220-7C126DDA9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0DE9-F4C7-4771-962B-1B3FE4A01F17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1C044-E3E0-44C2-86DB-D84B22E1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54D6F-0E8A-47AF-A09B-F2A629800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DBA8-5E42-4B0C-A7FB-43988E17781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21743DE7-69FA-47B1-B38F-69A31C788E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8629" r="49500"/>
          <a:stretch/>
        </p:blipFill>
        <p:spPr>
          <a:xfrm>
            <a:off x="0" y="-2810977"/>
            <a:ext cx="12192000" cy="207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176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CC0BE-12BB-43E1-9ABB-4151FECD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DC680-3B9C-4C51-9AA7-210139111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8482F4-FB21-4DCF-AD00-C1C0CCB28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0DE9-F4C7-4771-962B-1B3FE4A01F17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30D3C-9B85-4CD9-9393-9EFF2692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FBD30-EFB0-4176-9CDC-50BEC0462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DBA8-5E42-4B0C-A7FB-43988E17781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6F5CFC3B-8CE1-4B8E-9355-3CAD5EC744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8629" r="49500"/>
          <a:stretch/>
        </p:blipFill>
        <p:spPr>
          <a:xfrm>
            <a:off x="0" y="-2810977"/>
            <a:ext cx="12192000" cy="207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62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4186A-0217-440C-86C5-1B9CB609A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3E21A-AD8E-46F3-85B2-6849C50C4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C4DE9-5A2C-486A-BFAD-1507940F9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0DE9-F4C7-4771-962B-1B3FE4A01F17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D6435-106F-4ACF-BC86-79B280322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BBA3E-1A6C-4349-AEC8-646AD2CD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DBA8-5E42-4B0C-A7FB-43988E17781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hlinkClick r:id="rId2"/>
            <a:extLst>
              <a:ext uri="{FF2B5EF4-FFF2-40B4-BE49-F238E27FC236}">
                <a16:creationId xmlns:a16="http://schemas.microsoft.com/office/drawing/2014/main" id="{830C9265-4194-4513-935D-827D77AA1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8629" r="49500"/>
          <a:stretch/>
        </p:blipFill>
        <p:spPr>
          <a:xfrm>
            <a:off x="0" y="-2810977"/>
            <a:ext cx="12192000" cy="207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493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BDA86-0968-4DFD-A3F1-2B728153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053AE-2048-4C9D-A74B-B55E49D76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9F789-211B-4DDB-9223-C582B364E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4D70FC-DC5F-44F7-8F0B-F540821C1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0DE9-F4C7-4771-962B-1B3FE4A01F17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745741-3AA7-4F32-B2D5-0F1040D73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20DF8-2704-4470-B445-CC9779D62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DBA8-5E42-4B0C-A7FB-43988E17781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AE71F58B-7143-42BE-9B65-FE8B6CE7C2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8629" r="49500"/>
          <a:stretch/>
        </p:blipFill>
        <p:spPr>
          <a:xfrm>
            <a:off x="0" y="-2810977"/>
            <a:ext cx="12192000" cy="207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461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BCF71-CB77-4F03-BC32-14319BBF7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A490A0-C51F-4AEA-8900-201015D5E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449F79-BA40-4669-BDB5-4CF0ACC75C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9179D-F2A1-4F22-ABCB-2A69C88D6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8B8E59-2F19-46FB-820D-36F8DD000D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62DF71-C6F9-4FA4-B13D-E640E0D6A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0DE9-F4C7-4771-962B-1B3FE4A01F17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9E5557-9DB2-4ADE-B31F-BF42A1A22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B5B0B1-BF82-487B-BE78-776B68079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DBA8-5E42-4B0C-A7FB-43988E177816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hlinkClick r:id="rId2"/>
            <a:extLst>
              <a:ext uri="{FF2B5EF4-FFF2-40B4-BE49-F238E27FC236}">
                <a16:creationId xmlns:a16="http://schemas.microsoft.com/office/drawing/2014/main" id="{607B8EAC-C3EE-4010-93C9-8F73FAD6B1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8629" r="49500"/>
          <a:stretch/>
        </p:blipFill>
        <p:spPr>
          <a:xfrm>
            <a:off x="0" y="-2810977"/>
            <a:ext cx="12192000" cy="207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19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BDE6F-DBA5-4CF4-AA47-E05B2CCF4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DBB63-5AEE-4882-9EB0-5E8E68686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0DE9-F4C7-4771-962B-1B3FE4A01F17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D19861-E5C6-4BA0-A4A6-EEDD9B0F4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F3AEE9-6D0D-4A71-AA13-07D836D6E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DBA8-5E42-4B0C-A7FB-43988E177816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hlinkClick r:id="rId2"/>
            <a:extLst>
              <a:ext uri="{FF2B5EF4-FFF2-40B4-BE49-F238E27FC236}">
                <a16:creationId xmlns:a16="http://schemas.microsoft.com/office/drawing/2014/main" id="{CC49D2E9-4A87-4534-9224-9B0E84D482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8629" r="49500"/>
          <a:stretch/>
        </p:blipFill>
        <p:spPr>
          <a:xfrm>
            <a:off x="0" y="-2810977"/>
            <a:ext cx="12192000" cy="207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863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8AAA8F-E5D2-4AB8-B7DB-DDF429038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0DE9-F4C7-4771-962B-1B3FE4A01F17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84748D-DF3D-4127-909B-3E43458FD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79C680-8827-4BD3-8FE3-0D54C76F8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DBA8-5E42-4B0C-A7FB-43988E177816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hlinkClick r:id="rId2"/>
            <a:extLst>
              <a:ext uri="{FF2B5EF4-FFF2-40B4-BE49-F238E27FC236}">
                <a16:creationId xmlns:a16="http://schemas.microsoft.com/office/drawing/2014/main" id="{4427C8B4-02D8-4531-942F-29DF138298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8629" r="49500"/>
          <a:stretch/>
        </p:blipFill>
        <p:spPr>
          <a:xfrm>
            <a:off x="0" y="-2810977"/>
            <a:ext cx="12192000" cy="207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119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5FF94-436A-412F-84C1-836747AAF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12F8F-0711-41AE-BF03-C0D7BBD92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28A8E2-9F3E-48D3-8981-514BE48AD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A8338-B490-4D53-9E69-5D3C1CE52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0DE9-F4C7-4771-962B-1B3FE4A01F17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464D9-9948-4987-9527-7C89BE2CF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B9BE96-2774-44F2-9A52-CC432BB43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DBA8-5E42-4B0C-A7FB-43988E177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33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1A344-4DCB-4165-B0D2-87150D39B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388E4-A740-4980-A0E9-9AD8402C6B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F599F-ABCB-4BFB-8BE6-11DAD797E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0273A7-C200-4F09-B06F-168C937E3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0DE9-F4C7-4771-962B-1B3FE4A01F17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28CF3-21CB-4154-9EA8-1043F5D40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F1860E-32BB-4C34-B8E0-E4755875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DBA8-5E42-4B0C-A7FB-43988E177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97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1215E-606B-4129-BBEF-C8376E46D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EFDB52-12F3-45A3-A26C-390DAAF4D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F9281-6579-4DDB-BE14-308073199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0DE9-F4C7-4771-962B-1B3FE4A01F17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8D1AA-2EA8-4F20-B9F4-796E879C0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0E073-870C-4E04-BC1D-F0BFC7FC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DBA8-5E42-4B0C-A7FB-43988E177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63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BF1693-B64D-4BE7-B234-F3A5415063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612CAB-FFA6-4320-8E38-681C6B30AD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F1C58-7E87-4235-A9AF-20B02398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A0DE9-F4C7-4771-962B-1B3FE4A01F17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7808EF-D98E-4B6E-8637-78A6D82479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C49F90-C46F-4CEA-ACC9-DE6F687E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C9DBA8-5E42-4B0C-A7FB-43988E1778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36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hyperlink" Target="https://www.facebook.com/nkpowerskills" TargetMode="Externa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BC105-C927-4B7D-9C20-2397A3D17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85D4D-BC54-4E9D-9653-58F04679A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A542E-D4BC-4D77-BDB8-A0222C985C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DA0DE9-F4C7-4771-962B-1B3FE4A01F17}" type="datetimeFigureOut">
              <a:rPr lang="en-US" smtClean="0"/>
              <a:t>8/8/2021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49D8C-4723-4B8F-8424-356BA2EFD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E3723-E55B-4156-A1E2-983B2D4858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C9DBA8-5E42-4B0C-A7FB-43988E17781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hlinkClick r:id="rId13"/>
            <a:extLst>
              <a:ext uri="{FF2B5EF4-FFF2-40B4-BE49-F238E27FC236}">
                <a16:creationId xmlns:a16="http://schemas.microsoft.com/office/drawing/2014/main" id="{81108C1F-0EEF-4A47-941E-596A5D1C67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t="78629" r="49500"/>
          <a:stretch/>
        </p:blipFill>
        <p:spPr>
          <a:xfrm>
            <a:off x="0" y="-2810977"/>
            <a:ext cx="12192000" cy="207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1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image" Target="../media/image11.png"/><Relationship Id="rId3" Type="http://schemas.openxmlformats.org/officeDocument/2006/relationships/audio" Target="../media/audio2.wav"/><Relationship Id="rId7" Type="http://schemas.openxmlformats.org/officeDocument/2006/relationships/image" Target="../media/image8.png"/><Relationship Id="rId12" Type="http://schemas.openxmlformats.org/officeDocument/2006/relationships/slide" Target="slide8.xml"/><Relationship Id="rId17" Type="http://schemas.openxmlformats.org/officeDocument/2006/relationships/image" Target="../media/image13.png"/><Relationship Id="rId2" Type="http://schemas.openxmlformats.org/officeDocument/2006/relationships/audio" Target="../media/audio1.wav"/><Relationship Id="rId16" Type="http://schemas.openxmlformats.org/officeDocument/2006/relationships/slide" Target="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3.xml"/><Relationship Id="rId11" Type="http://schemas.openxmlformats.org/officeDocument/2006/relationships/image" Target="../media/image10.png"/><Relationship Id="rId5" Type="http://schemas.openxmlformats.org/officeDocument/2006/relationships/image" Target="../media/image7.gif"/><Relationship Id="rId15" Type="http://schemas.openxmlformats.org/officeDocument/2006/relationships/image" Target="../media/image12.png"/><Relationship Id="rId10" Type="http://schemas.openxmlformats.org/officeDocument/2006/relationships/slide" Target="slide5.xml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slide" Target="slide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slide" Target="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slide" Target="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audio" Target="../media/audio3.wav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slide" Target="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oraemon wallpaper,residential  area,house,home,property,green,illustration,real estate,natural  landscape,cartoon,neighbourhood, #1044039 - Wallpaperkiss">
            <a:extLst>
              <a:ext uri="{FF2B5EF4-FFF2-40B4-BE49-F238E27FC236}">
                <a16:creationId xmlns:a16="http://schemas.microsoft.com/office/drawing/2014/main" id="{31D959BC-F1D2-45FE-8A02-4EB8AB9792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3" b="1338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CA23FD-7812-4A6F-A1D9-C8D796DA68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473" r="25393"/>
          <a:stretch/>
        </p:blipFill>
        <p:spPr>
          <a:xfrm>
            <a:off x="5656055" y="0"/>
            <a:ext cx="6535946" cy="2960877"/>
          </a:xfrm>
          <a:prstGeom prst="rect">
            <a:avLst/>
          </a:prstGeom>
        </p:spPr>
      </p:pic>
      <p:pic>
        <p:nvPicPr>
          <p:cNvPr id="1026" name="Picture 2" descr="Download Nobi Child Nobita Cartoon Doraemon PNG Download Free HQ PNG Image  | FreePNGImg">
            <a:extLst>
              <a:ext uri="{FF2B5EF4-FFF2-40B4-BE49-F238E27FC236}">
                <a16:creationId xmlns:a16="http://schemas.microsoft.com/office/drawing/2014/main" id="{3D0F50FD-8CD3-4F6F-A18D-771F3B968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055" y="1499980"/>
            <a:ext cx="9696665" cy="5197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1FA7AC-4284-413E-9473-45D7D8556B25}"/>
              </a:ext>
            </a:extLst>
          </p:cNvPr>
          <p:cNvSpPr txBox="1"/>
          <p:nvPr/>
        </p:nvSpPr>
        <p:spPr>
          <a:xfrm>
            <a:off x="6705601" y="1499980"/>
            <a:ext cx="548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ln w="19050">
                  <a:solidFill>
                    <a:schemeClr val="bg1"/>
                  </a:solidFill>
                </a:ln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UTM Futura Extra" panose="02040603050506020204" pitchFamily="18" charset="0"/>
              </a:rPr>
              <a:t>MẢNH GHÉP</a:t>
            </a:r>
          </a:p>
        </p:txBody>
      </p:sp>
      <p:pic>
        <p:nvPicPr>
          <p:cNvPr id="1030" name="Picture 6" descr="100+ hình ảnh doremon yasuo - hinhanhsieudep.net">
            <a:extLst>
              <a:ext uri="{FF2B5EF4-FFF2-40B4-BE49-F238E27FC236}">
                <a16:creationId xmlns:a16="http://schemas.microsoft.com/office/drawing/2014/main" id="{774CE22B-387C-4B5E-BF1F-31EEC31C81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345" y="246826"/>
            <a:ext cx="5817655" cy="12067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412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 3.33333E-6 L 0 -0.07223 " pathEditMode="relative" rAng="0" ptsTypes="AA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14775F9-E9C0-470F-87DF-44F906F4403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222"/>
          <a:stretch/>
        </p:blipFill>
        <p:spPr>
          <a:xfrm>
            <a:off x="-2891" y="-12343"/>
            <a:ext cx="12192000" cy="6850381"/>
          </a:xfrm>
          <a:prstGeom prst="rect">
            <a:avLst/>
          </a:prstGeom>
        </p:spPr>
      </p:pic>
      <p:pic>
        <p:nvPicPr>
          <p:cNvPr id="30" name="CẤM BUÔN BÁN, CẤM REUP" descr="Káº¿t quáº£ hÃ¬nh áº£nh cho win text gif">
            <a:extLst>
              <a:ext uri="{FF2B5EF4-FFF2-40B4-BE49-F238E27FC236}">
                <a16:creationId xmlns:a16="http://schemas.microsoft.com/office/drawing/2014/main" id="{1EF07EA3-5CBA-439C-8525-B1455F3ABCB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4964" y="-766699"/>
            <a:ext cx="3828136" cy="382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hlinkClick r:id="rId6" action="ppaction://hlinksldjump"/>
            <a:extLst>
              <a:ext uri="{FF2B5EF4-FFF2-40B4-BE49-F238E27FC236}">
                <a16:creationId xmlns:a16="http://schemas.microsoft.com/office/drawing/2014/main" id="{CC6DFC17-25C7-4C08-BF20-E44A7DEAFF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430073"/>
            <a:ext cx="4950381" cy="3468925"/>
          </a:xfrm>
          <a:prstGeom prst="rect">
            <a:avLst/>
          </a:prstGeom>
        </p:spPr>
      </p:pic>
      <p:pic>
        <p:nvPicPr>
          <p:cNvPr id="3" name="Picture 2">
            <a:hlinkClick r:id="rId8" action="ppaction://hlinksldjump"/>
            <a:extLst>
              <a:ext uri="{FF2B5EF4-FFF2-40B4-BE49-F238E27FC236}">
                <a16:creationId xmlns:a16="http://schemas.microsoft.com/office/drawing/2014/main" id="{FDEE5D25-8E8A-4121-801F-0B215229D05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5617"/>
          <a:stretch/>
        </p:blipFill>
        <p:spPr>
          <a:xfrm>
            <a:off x="1553" y="-12343"/>
            <a:ext cx="4078577" cy="4206240"/>
          </a:xfrm>
          <a:prstGeom prst="rect">
            <a:avLst/>
          </a:prstGeom>
        </p:spPr>
      </p:pic>
      <p:pic>
        <p:nvPicPr>
          <p:cNvPr id="4" name="Picture 3">
            <a:hlinkClick r:id="rId10" action="ppaction://hlinksldjump"/>
            <a:extLst>
              <a:ext uri="{FF2B5EF4-FFF2-40B4-BE49-F238E27FC236}">
                <a16:creationId xmlns:a16="http://schemas.microsoft.com/office/drawing/2014/main" id="{C9694E0D-6587-4BDB-BE71-B92CC45243E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5368"/>
          <a:stretch/>
        </p:blipFill>
        <p:spPr>
          <a:xfrm>
            <a:off x="3199274" y="-4723"/>
            <a:ext cx="4944285" cy="3450035"/>
          </a:xfrm>
          <a:prstGeom prst="rect">
            <a:avLst/>
          </a:prstGeom>
        </p:spPr>
      </p:pic>
      <p:pic>
        <p:nvPicPr>
          <p:cNvPr id="7" name="Picture 6">
            <a:hlinkClick r:id="rId12" action="ppaction://hlinksldjump"/>
            <a:extLst>
              <a:ext uri="{FF2B5EF4-FFF2-40B4-BE49-F238E27FC236}">
                <a16:creationId xmlns:a16="http://schemas.microsoft.com/office/drawing/2014/main" id="{77F541A2-23F9-4560-84E9-1608064B121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41586" y="-4723"/>
            <a:ext cx="4950381" cy="3462828"/>
          </a:xfrm>
          <a:prstGeom prst="rect">
            <a:avLst/>
          </a:prstGeom>
        </p:spPr>
      </p:pic>
      <p:pic>
        <p:nvPicPr>
          <p:cNvPr id="11" name="Picture 10">
            <a:hlinkClick r:id="rId14" action="ppaction://hlinksldjump"/>
            <a:extLst>
              <a:ext uri="{FF2B5EF4-FFF2-40B4-BE49-F238E27FC236}">
                <a16:creationId xmlns:a16="http://schemas.microsoft.com/office/drawing/2014/main" id="{8E951F9F-1C59-49B8-A567-1ED70C6C6A2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16249" y="2688078"/>
            <a:ext cx="4078577" cy="4206605"/>
          </a:xfrm>
          <a:prstGeom prst="rect">
            <a:avLst/>
          </a:prstGeom>
        </p:spPr>
      </p:pic>
      <p:pic>
        <p:nvPicPr>
          <p:cNvPr id="12" name="Picture 11">
            <a:hlinkClick r:id="rId16" action="ppaction://hlinksldjump"/>
            <a:extLst>
              <a:ext uri="{FF2B5EF4-FFF2-40B4-BE49-F238E27FC236}">
                <a16:creationId xmlns:a16="http://schemas.microsoft.com/office/drawing/2014/main" id="{7EDD3AAF-DB8E-4561-93C6-EEAC45E531C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065818" y="3434795"/>
            <a:ext cx="4944285" cy="346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90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Tieng-yeah-tre-con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m-thanh-phep-thuat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m-thanh-phep-thuat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m-thanh-phep-thuat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m-thanh-phep-thuat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6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m-thanh-phep-thuat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61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2" fill="hold">
                      <p:stCondLst>
                        <p:cond delay="0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6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6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Am-thanh-phep-thuat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doraemon wallpaper,residential  area,house,home,property,green,illustration,real estate,natural  landscape,cartoon,neighbourhood, #1044039 - Wallpaperkiss">
            <a:extLst>
              <a:ext uri="{FF2B5EF4-FFF2-40B4-BE49-F238E27FC236}">
                <a16:creationId xmlns:a16="http://schemas.microsoft.com/office/drawing/2014/main" id="{D4593B95-06C8-4297-8002-9BECF4D4E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3" b="1338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Tổng hợp ảnh Doremon PNG">
            <a:hlinkClick r:id="rId4" action="ppaction://hlinksldjump"/>
            <a:extLst>
              <a:ext uri="{FF2B5EF4-FFF2-40B4-BE49-F238E27FC236}">
                <a16:creationId xmlns:a16="http://schemas.microsoft.com/office/drawing/2014/main" id="{4241643B-8F17-4847-AF1F-AEA5E8673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08" y="3708887"/>
            <a:ext cx="1989772" cy="285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A04C41-C12B-4474-BCD3-95E387E0F5CC}"/>
              </a:ext>
            </a:extLst>
          </p:cNvPr>
          <p:cNvSpPr/>
          <p:nvPr/>
        </p:nvSpPr>
        <p:spPr>
          <a:xfrm>
            <a:off x="4831080" y="3381226"/>
            <a:ext cx="6934200" cy="1320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lvl="1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97582DE-79E5-42C2-8C98-E6D9EA76386C}"/>
              </a:ext>
            </a:extLst>
          </p:cNvPr>
          <p:cNvSpPr/>
          <p:nvPr/>
        </p:nvSpPr>
        <p:spPr>
          <a:xfrm>
            <a:off x="1005840" y="289560"/>
            <a:ext cx="10759440" cy="2255520"/>
          </a:xfrm>
          <a:prstGeom prst="wedgeRoundRectCallout">
            <a:avLst>
              <a:gd name="adj1" fmla="val -40521"/>
              <a:gd name="adj2" fmla="val 9290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6837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m-thanh-tra-loi-dung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doraemon wallpaper,residential  area,house,home,property,green,illustration,real estate,natural  landscape,cartoon,neighbourhood, #1044039 - Wallpaperkiss">
            <a:extLst>
              <a:ext uri="{FF2B5EF4-FFF2-40B4-BE49-F238E27FC236}">
                <a16:creationId xmlns:a16="http://schemas.microsoft.com/office/drawing/2014/main" id="{D4593B95-06C8-4297-8002-9BECF4D4E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3" b="1338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hlinkClick r:id="rId4" action="ppaction://hlinksldjump"/>
            <a:extLst>
              <a:ext uri="{FF2B5EF4-FFF2-40B4-BE49-F238E27FC236}">
                <a16:creationId xmlns:a16="http://schemas.microsoft.com/office/drawing/2014/main" id="{4241643B-8F17-4847-AF1F-AEA5E8673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flipH="1">
            <a:off x="0" y="3794563"/>
            <a:ext cx="3078408" cy="3215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A04C41-C12B-4474-BCD3-95E387E0F5CC}"/>
              </a:ext>
            </a:extLst>
          </p:cNvPr>
          <p:cNvSpPr/>
          <p:nvPr/>
        </p:nvSpPr>
        <p:spPr>
          <a:xfrm>
            <a:off x="4831080" y="3381226"/>
            <a:ext cx="6934200" cy="1320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lvl="1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97582DE-79E5-42C2-8C98-E6D9EA76386C}"/>
              </a:ext>
            </a:extLst>
          </p:cNvPr>
          <p:cNvSpPr/>
          <p:nvPr/>
        </p:nvSpPr>
        <p:spPr>
          <a:xfrm>
            <a:off x="1005840" y="289560"/>
            <a:ext cx="10759440" cy="2255520"/>
          </a:xfrm>
          <a:prstGeom prst="wedgeRoundRectCallout">
            <a:avLst>
              <a:gd name="adj1" fmla="val -40521"/>
              <a:gd name="adj2" fmla="val 9290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34855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m-thanh-tra-loi-dung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doraemon wallpaper,residential  area,house,home,property,green,illustration,real estate,natural  landscape,cartoon,neighbourhood, #1044039 - Wallpaperkiss">
            <a:extLst>
              <a:ext uri="{FF2B5EF4-FFF2-40B4-BE49-F238E27FC236}">
                <a16:creationId xmlns:a16="http://schemas.microsoft.com/office/drawing/2014/main" id="{D4593B95-06C8-4297-8002-9BECF4D4E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3" b="1338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hlinkClick r:id="rId4" action="ppaction://hlinksldjump"/>
            <a:extLst>
              <a:ext uri="{FF2B5EF4-FFF2-40B4-BE49-F238E27FC236}">
                <a16:creationId xmlns:a16="http://schemas.microsoft.com/office/drawing/2014/main" id="{4241643B-8F17-4847-AF1F-AEA5E8673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flipH="1">
            <a:off x="0" y="3137834"/>
            <a:ext cx="2888932" cy="3430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A04C41-C12B-4474-BCD3-95E387E0F5CC}"/>
              </a:ext>
            </a:extLst>
          </p:cNvPr>
          <p:cNvSpPr/>
          <p:nvPr/>
        </p:nvSpPr>
        <p:spPr>
          <a:xfrm>
            <a:off x="4831080" y="3381226"/>
            <a:ext cx="6934200" cy="1320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lvl="1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97582DE-79E5-42C2-8C98-E6D9EA76386C}"/>
              </a:ext>
            </a:extLst>
          </p:cNvPr>
          <p:cNvSpPr/>
          <p:nvPr/>
        </p:nvSpPr>
        <p:spPr>
          <a:xfrm>
            <a:off x="1005840" y="289560"/>
            <a:ext cx="10759440" cy="2255520"/>
          </a:xfrm>
          <a:prstGeom prst="wedgeRoundRectCallout">
            <a:avLst>
              <a:gd name="adj1" fmla="val -40521"/>
              <a:gd name="adj2" fmla="val 9290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36533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m-thanh-tra-loi-dung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doraemon wallpaper,residential  area,house,home,property,green,illustration,real estate,natural  landscape,cartoon,neighbourhood, #1044039 - Wallpaperkiss">
            <a:extLst>
              <a:ext uri="{FF2B5EF4-FFF2-40B4-BE49-F238E27FC236}">
                <a16:creationId xmlns:a16="http://schemas.microsoft.com/office/drawing/2014/main" id="{D4593B95-06C8-4297-8002-9BECF4D4E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3" b="1338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hlinkClick r:id="rId4" action="ppaction://hlinksldjump"/>
            <a:extLst>
              <a:ext uri="{FF2B5EF4-FFF2-40B4-BE49-F238E27FC236}">
                <a16:creationId xmlns:a16="http://schemas.microsoft.com/office/drawing/2014/main" id="{4241643B-8F17-4847-AF1F-AEA5E8673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98132" y="3381226"/>
            <a:ext cx="3910012" cy="3130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A04C41-C12B-4474-BCD3-95E387E0F5CC}"/>
              </a:ext>
            </a:extLst>
          </p:cNvPr>
          <p:cNvSpPr/>
          <p:nvPr/>
        </p:nvSpPr>
        <p:spPr>
          <a:xfrm>
            <a:off x="4831080" y="3381226"/>
            <a:ext cx="6934200" cy="1320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lvl="1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97582DE-79E5-42C2-8C98-E6D9EA76386C}"/>
              </a:ext>
            </a:extLst>
          </p:cNvPr>
          <p:cNvSpPr/>
          <p:nvPr/>
        </p:nvSpPr>
        <p:spPr>
          <a:xfrm>
            <a:off x="1005840" y="289560"/>
            <a:ext cx="10759440" cy="2255520"/>
          </a:xfrm>
          <a:prstGeom prst="wedgeRoundRectCallout">
            <a:avLst>
              <a:gd name="adj1" fmla="val -40521"/>
              <a:gd name="adj2" fmla="val 9290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201474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m-thanh-tra-loi-dung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doraemon wallpaper,residential  area,house,home,property,green,illustration,real estate,natural  landscape,cartoon,neighbourhood, #1044039 - Wallpaperkiss">
            <a:extLst>
              <a:ext uri="{FF2B5EF4-FFF2-40B4-BE49-F238E27FC236}">
                <a16:creationId xmlns:a16="http://schemas.microsoft.com/office/drawing/2014/main" id="{D4593B95-06C8-4297-8002-9BECF4D4E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3" b="1338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hlinkClick r:id="rId4" action="ppaction://hlinksldjump"/>
            <a:extLst>
              <a:ext uri="{FF2B5EF4-FFF2-40B4-BE49-F238E27FC236}">
                <a16:creationId xmlns:a16="http://schemas.microsoft.com/office/drawing/2014/main" id="{4241643B-8F17-4847-AF1F-AEA5E8673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flipH="1">
            <a:off x="0" y="3155931"/>
            <a:ext cx="2873692" cy="3412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A04C41-C12B-4474-BCD3-95E387E0F5CC}"/>
              </a:ext>
            </a:extLst>
          </p:cNvPr>
          <p:cNvSpPr/>
          <p:nvPr/>
        </p:nvSpPr>
        <p:spPr>
          <a:xfrm>
            <a:off x="4831080" y="3381226"/>
            <a:ext cx="6934200" cy="1320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lvl="1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97582DE-79E5-42C2-8C98-E6D9EA76386C}"/>
              </a:ext>
            </a:extLst>
          </p:cNvPr>
          <p:cNvSpPr/>
          <p:nvPr/>
        </p:nvSpPr>
        <p:spPr>
          <a:xfrm>
            <a:off x="1005840" y="289560"/>
            <a:ext cx="10759440" cy="2255520"/>
          </a:xfrm>
          <a:prstGeom prst="wedgeRoundRectCallout">
            <a:avLst>
              <a:gd name="adj1" fmla="val -40521"/>
              <a:gd name="adj2" fmla="val 9290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416861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m-thanh-tra-loi-dung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4" descr="doraemon wallpaper,residential  area,house,home,property,green,illustration,real estate,natural  landscape,cartoon,neighbourhood, #1044039 - Wallpaperkiss">
            <a:extLst>
              <a:ext uri="{FF2B5EF4-FFF2-40B4-BE49-F238E27FC236}">
                <a16:creationId xmlns:a16="http://schemas.microsoft.com/office/drawing/2014/main" id="{D4593B95-06C8-4297-8002-9BECF4D4E0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83" b="1338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hlinkClick r:id="rId4" action="ppaction://hlinksldjump"/>
            <a:extLst>
              <a:ext uri="{FF2B5EF4-FFF2-40B4-BE49-F238E27FC236}">
                <a16:creationId xmlns:a16="http://schemas.microsoft.com/office/drawing/2014/main" id="{4241643B-8F17-4847-AF1F-AEA5E8673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 flipH="1">
            <a:off x="674330" y="3708887"/>
            <a:ext cx="1538367" cy="2859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A04C41-C12B-4474-BCD3-95E387E0F5CC}"/>
              </a:ext>
            </a:extLst>
          </p:cNvPr>
          <p:cNvSpPr/>
          <p:nvPr/>
        </p:nvSpPr>
        <p:spPr>
          <a:xfrm>
            <a:off x="4831080" y="3381226"/>
            <a:ext cx="6934200" cy="13203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lvl="1"/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án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897582DE-79E5-42C2-8C98-E6D9EA76386C}"/>
              </a:ext>
            </a:extLst>
          </p:cNvPr>
          <p:cNvSpPr/>
          <p:nvPr/>
        </p:nvSpPr>
        <p:spPr>
          <a:xfrm>
            <a:off x="1005840" y="289560"/>
            <a:ext cx="10759440" cy="2255520"/>
          </a:xfrm>
          <a:prstGeom prst="wedgeRoundRectCallout">
            <a:avLst>
              <a:gd name="adj1" fmla="val -40521"/>
              <a:gd name="adj2" fmla="val 9290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Câu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hỏi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276854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2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Am-thanh-tra-loi-dung-www_nhacchuongvui_com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32</Words>
  <Application>Microsoft Office PowerPoint</Application>
  <PresentationFormat>Widescreen</PresentationFormat>
  <Paragraphs>13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UTM Futura Extra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Powerskills NK</dc:creator>
  <cp:lastModifiedBy>Powerskills NK</cp:lastModifiedBy>
  <cp:revision>2</cp:revision>
  <dcterms:created xsi:type="dcterms:W3CDTF">2021-08-06T05:53:22Z</dcterms:created>
  <dcterms:modified xsi:type="dcterms:W3CDTF">2021-08-08T12:30:10Z</dcterms:modified>
</cp:coreProperties>
</file>